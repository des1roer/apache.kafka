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8"/>
  </p:notesMasterIdLst>
  <p:sldIdLst>
    <p:sldId id="691" r:id="rId2"/>
    <p:sldId id="692" r:id="rId3"/>
    <p:sldId id="666" r:id="rId4"/>
    <p:sldId id="609" r:id="rId5"/>
    <p:sldId id="662" r:id="rId6"/>
    <p:sldId id="663" r:id="rId7"/>
    <p:sldId id="664" r:id="rId8"/>
    <p:sldId id="640" r:id="rId9"/>
    <p:sldId id="610" r:id="rId10"/>
    <p:sldId id="611" r:id="rId11"/>
    <p:sldId id="612" r:id="rId12"/>
    <p:sldId id="613" r:id="rId13"/>
    <p:sldId id="614" r:id="rId14"/>
    <p:sldId id="615" r:id="rId15"/>
    <p:sldId id="616" r:id="rId16"/>
    <p:sldId id="617" r:id="rId17"/>
    <p:sldId id="618" r:id="rId18"/>
    <p:sldId id="619" r:id="rId19"/>
    <p:sldId id="620" r:id="rId20"/>
    <p:sldId id="622" r:id="rId21"/>
    <p:sldId id="624" r:id="rId22"/>
    <p:sldId id="623" r:id="rId23"/>
    <p:sldId id="621" r:id="rId24"/>
    <p:sldId id="669" r:id="rId25"/>
    <p:sldId id="632" r:id="rId26"/>
    <p:sldId id="605" r:id="rId27"/>
    <p:sldId id="606" r:id="rId28"/>
    <p:sldId id="607" r:id="rId29"/>
    <p:sldId id="608" r:id="rId30"/>
    <p:sldId id="625" r:id="rId31"/>
    <p:sldId id="626" r:id="rId32"/>
    <p:sldId id="690" r:id="rId33"/>
    <p:sldId id="627" r:id="rId34"/>
    <p:sldId id="629" r:id="rId35"/>
    <p:sldId id="630" r:id="rId36"/>
    <p:sldId id="631" r:id="rId37"/>
    <p:sldId id="670" r:id="rId38"/>
    <p:sldId id="633" r:id="rId39"/>
    <p:sldId id="634" r:id="rId40"/>
    <p:sldId id="672" r:id="rId41"/>
    <p:sldId id="635" r:id="rId42"/>
    <p:sldId id="639" r:id="rId43"/>
    <p:sldId id="636" r:id="rId44"/>
    <p:sldId id="637" r:id="rId45"/>
    <p:sldId id="638" r:id="rId46"/>
    <p:sldId id="671" r:id="rId47"/>
    <p:sldId id="468" r:id="rId48"/>
    <p:sldId id="641" r:id="rId49"/>
    <p:sldId id="673" r:id="rId50"/>
    <p:sldId id="644" r:id="rId51"/>
    <p:sldId id="653" r:id="rId52"/>
    <p:sldId id="649" r:id="rId53"/>
    <p:sldId id="651" r:id="rId54"/>
    <p:sldId id="648" r:id="rId55"/>
    <p:sldId id="650" r:id="rId56"/>
    <p:sldId id="647" r:id="rId57"/>
    <p:sldId id="652" r:id="rId58"/>
    <p:sldId id="654" r:id="rId59"/>
    <p:sldId id="646" r:id="rId60"/>
    <p:sldId id="656" r:id="rId61"/>
    <p:sldId id="657" r:id="rId62"/>
    <p:sldId id="655" r:id="rId63"/>
    <p:sldId id="659" r:id="rId64"/>
    <p:sldId id="658" r:id="rId65"/>
    <p:sldId id="675" r:id="rId66"/>
    <p:sldId id="674" r:id="rId67"/>
    <p:sldId id="676" r:id="rId68"/>
    <p:sldId id="678" r:id="rId69"/>
    <p:sldId id="681" r:id="rId70"/>
    <p:sldId id="680" r:id="rId71"/>
    <p:sldId id="679" r:id="rId72"/>
    <p:sldId id="682" r:id="rId73"/>
    <p:sldId id="645" r:id="rId74"/>
    <p:sldId id="660" r:id="rId75"/>
    <p:sldId id="661" r:id="rId76"/>
    <p:sldId id="643" r:id="rId77"/>
    <p:sldId id="684" r:id="rId78"/>
    <p:sldId id="686" r:id="rId79"/>
    <p:sldId id="687" r:id="rId80"/>
    <p:sldId id="685" r:id="rId81"/>
    <p:sldId id="688" r:id="rId82"/>
    <p:sldId id="689" r:id="rId83"/>
    <p:sldId id="683" r:id="rId84"/>
    <p:sldId id="604" r:id="rId85"/>
    <p:sldId id="667" r:id="rId86"/>
    <p:sldId id="665" r:id="rId8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75"/>
    <p:restoredTop sz="95822"/>
  </p:normalViewPr>
  <p:slideViewPr>
    <p:cSldViewPr snapToGrid="0">
      <p:cViewPr varScale="1">
        <p:scale>
          <a:sx n="116" d="100"/>
          <a:sy n="116" d="100"/>
        </p:scale>
        <p:origin x="200" y="3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45E35-86FA-064D-8EEE-2E631EDDA7AF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25A73-5D88-3D4C-89F0-62E33B533BC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57690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B814C-B5A3-1EE3-70DA-629B280BD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257729-039B-DEED-7AF0-4FC7EE28BC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0743C-6AC0-C79F-4BF6-BDE208F82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78767-30CC-625F-F827-1412448445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09578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08AC3-5C52-83EB-D228-A11685D2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D5CFE-8A88-0D73-3E53-948AADC54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FDB1A-0BC9-96B5-5362-98FCC090A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F63CF-49D1-4285-A858-5915D4D74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A18E91-9EA5-E941-993D-C620573EDBBA}" type="slidenum">
              <a:rPr lang="en-RU" smtClean="0"/>
              <a:t>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54009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28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46969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25A73-5D88-3D4C-89F0-62E33B533BC0}" type="slidenum">
              <a:rPr lang="en-RU" smtClean="0"/>
              <a:t>73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3957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91A8D-6DAD-387A-E6E8-1BDDEFC18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625C0-4C9F-339B-09CE-28D81A8A1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CF022-E432-49CC-477C-1E043DC1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0E8A2-8A28-EB75-A42B-CA01B13E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158AF-E39C-B044-4348-0ED7400BA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89936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8E9A-087B-311E-80E8-97E4ABA10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3376-5F0B-E3F7-7090-3610CF519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6C346-3888-DA43-52E0-0E7DDC12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9016B-E3A9-FD88-3F17-EBBCD3B7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37128-28B1-B80C-FBEB-179FC0378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5645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97EE-06BB-0B11-5B8A-D6AB85AFC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27FD9-7E2F-A1A1-9B34-108B01086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BF58A-9311-6663-B43F-5DE86692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D69C6-3CA9-E4C6-9293-BF8D070E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87E4-9242-0503-2FCD-162EA6F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2149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5EFD8-1771-879F-A49B-DADDC5DA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FB115-432F-961F-329E-EB82F10EF3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8DF4F-B795-48BD-E798-C7405781F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5ADA-0810-6A41-8A99-71A47FB8F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A1227-A6EB-112D-089C-4982A4AD8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A4A92-D329-DD30-45D2-39C4D990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993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733D2-DBB5-8227-6DD8-2284705A9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FB92D-6FE4-399F-C0F4-F7C921A0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5F1A6-A7D4-29AE-948C-1A4A9D8C0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2C67B6-C373-89A9-C875-7621108722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DF5696-48F8-0F50-BEB7-867680143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3DC270-C59B-51F7-E94D-AB3E7E27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75343C-A508-1538-159F-82D8AFF89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1B9904-C1CC-D3A5-85AA-BA431740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93277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7335-1B19-E9B7-5496-8458B31D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3BA2E-23B1-CA0C-A073-D7D6C204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8DDEC-B8F3-703C-157E-BC0BD084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136B6A-9353-1D5C-E84C-69A9BDE0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07149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041677-5CBA-11E4-D65D-0F1D722C5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2ED06-7036-E547-B92D-A13B8544C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92113-B086-B43C-1A39-2F993E34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043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0E30-0569-4019-1488-F52F1AC12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38E7C-783D-0F15-528F-DB136067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57C2AE-2CD0-75A4-62C7-3BEB470B6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A0B93-D43C-21B2-FFC2-B7E85D427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620B0A-79EC-B98F-320F-9BB9CC8FC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7218C-682D-DC1A-8F4A-B08A44FA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7140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3756A-BAB4-99BB-2A88-99733C76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08B7A5-729E-E9DC-1740-2963ABD2D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D5E14-8951-7271-CB20-2CFB4D5DC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D9A54-4DC4-08B0-7903-6DA90E74F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C7743-4C84-3D8A-F054-F25845540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077ACE-4D4E-4735-13BD-D9908C80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55005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74FCB-3855-E45A-4600-27A8B33E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E6DCB-AB09-D879-DFCC-6437C21E3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CF157-A4E1-CCD6-F23F-4CC8806B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5F280-0B75-9C29-1D21-E4DFA67D3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6C54E-4685-78FC-112C-002D6D08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5466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3B30AF-76E1-DA3C-BA28-4D80FE86AA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44EB4-A296-3510-7022-CCCB6F3EB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ACCA9-4A52-7AA6-1BB4-A4718331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9FCF3-1928-BDAC-DB14-00AFD3C2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A7BD9-66C9-AB20-40D5-9EDE5940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8058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B0CE64-2860-89AA-B54B-4E159ECC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3E02E-64EB-3911-6F83-82A5FB0E9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CF7C2-A80E-11C7-A7E3-022F610E8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361C5-4659-EA48-BFE1-D8CA88959CE5}" type="datetimeFigureOut">
              <a:rPr lang="en-RU" smtClean="0"/>
              <a:t>11/24/25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E3758-E7DC-5CE6-2AF9-70D5B82E6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CF840-BE64-D021-4B97-258CDD0674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C300A-D7F8-6F4A-A0F3-DE022722519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97965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fxtiKMnoyQ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334XuMma1fk" TargetMode="External"/><Relationship Id="rId3" Type="http://schemas.openxmlformats.org/officeDocument/2006/relationships/hyperlink" Target="https://docs.nats.io/nats-concepts/overview/compare-nats" TargetMode="External"/><Relationship Id="rId7" Type="http://schemas.openxmlformats.org/officeDocument/2006/relationships/hyperlink" Target="https://www.youtube.com/watch?v=EfxtiKMnoyQ" TargetMode="External"/><Relationship Id="rId2" Type="http://schemas.openxmlformats.org/officeDocument/2006/relationships/hyperlink" Target="https://natsbyexample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ynadia.com/blog/multi-cluster-consistency-models" TargetMode="External"/><Relationship Id="rId5" Type="http://schemas.openxmlformats.org/officeDocument/2006/relationships/hyperlink" Target="https://www.youtube.com/@SynadiaCommunications" TargetMode="External"/><Relationship Id="rId4" Type="http://schemas.openxmlformats.org/officeDocument/2006/relationships/hyperlink" Target="https://github.com/synadia-io/rethink_connectivity" TargetMode="Externa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F5FE-E2F7-E883-E66D-2E747BF3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3FA8A1-4D13-2A87-7E37-F6A20251C0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72" r="11972"/>
          <a:stretch/>
        </p:blipFill>
        <p:spPr>
          <a:xfrm>
            <a:off x="6979024" y="0"/>
            <a:ext cx="5212976" cy="68541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48FFBE1-283D-C486-CAFD-3F39AA70C4F3}"/>
              </a:ext>
            </a:extLst>
          </p:cNvPr>
          <p:cNvSpPr txBox="1">
            <a:spLocks/>
          </p:cNvSpPr>
          <p:nvPr/>
        </p:nvSpPr>
        <p:spPr>
          <a:xfrm>
            <a:off x="640977" y="1861951"/>
            <a:ext cx="6338047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RU"/>
              <a:t>Queues Crash Course</a:t>
            </a:r>
            <a:endParaRPr lang="en-RU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543B1E2-A3FF-7C25-590C-D45BA278F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77" y="4249551"/>
            <a:ext cx="2056493" cy="55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156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D420D-7639-8CC2-F443-8B45EAA9B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B7D53B-16C5-14F8-C384-39DB2A56E8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72" r="11972"/>
          <a:stretch/>
        </p:blipFill>
        <p:spPr>
          <a:xfrm>
            <a:off x="6979024" y="0"/>
            <a:ext cx="5212976" cy="685416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03CF15E-E8CA-1EA4-A7D3-96420A9B1A13}"/>
              </a:ext>
            </a:extLst>
          </p:cNvPr>
          <p:cNvSpPr txBox="1">
            <a:spLocks/>
          </p:cNvSpPr>
          <p:nvPr/>
        </p:nvSpPr>
        <p:spPr>
          <a:xfrm>
            <a:off x="640977" y="1861951"/>
            <a:ext cx="6338047" cy="2387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RU"/>
              <a:t>Queues Crash Course</a:t>
            </a:r>
            <a:endParaRPr lang="en-RU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3D82D34-DC5C-6218-BED4-EB0F74129A6C}"/>
              </a:ext>
            </a:extLst>
          </p:cNvPr>
          <p:cNvSpPr txBox="1">
            <a:spLocks/>
          </p:cNvSpPr>
          <p:nvPr/>
        </p:nvSpPr>
        <p:spPr>
          <a:xfrm>
            <a:off x="556693" y="4834039"/>
            <a:ext cx="6338047" cy="18201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RU"/>
              <a:t>Neural Autonomic Transport System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Not Another Topic System</a:t>
            </a:r>
          </a:p>
          <a:p>
            <a:pPr marL="0" indent="0">
              <a:buNone/>
            </a:pPr>
            <a:r>
              <a:rPr lang="en-US" dirty="0"/>
              <a:t>Natively Asynchronous Transport System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B70A142-D7F4-06AD-BDFF-28BF960E0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77" y="4249551"/>
            <a:ext cx="2056493" cy="55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865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67147-0E2C-AE2C-FFE7-D743047A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9B4AA-DD8F-31BF-A69C-A0329B72C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 overview</a:t>
            </a:r>
          </a:p>
          <a:p>
            <a:r>
              <a:rPr lang="en-US" dirty="0"/>
              <a:t>Key approaches</a:t>
            </a:r>
          </a:p>
          <a:p>
            <a:pPr lvl="1"/>
            <a:r>
              <a:rPr lang="en-US" dirty="0"/>
              <a:t>Pub/Sub</a:t>
            </a:r>
          </a:p>
          <a:p>
            <a:pPr lvl="1"/>
            <a:r>
              <a:rPr lang="en-US" dirty="0"/>
              <a:t>Req/Res</a:t>
            </a:r>
          </a:p>
          <a:p>
            <a:pPr lvl="1"/>
            <a:r>
              <a:rPr lang="en-US" dirty="0"/>
              <a:t>Queues</a:t>
            </a:r>
          </a:p>
          <a:p>
            <a:r>
              <a:rPr lang="en-US" dirty="0"/>
              <a:t>Clustering</a:t>
            </a:r>
          </a:p>
          <a:p>
            <a:r>
              <a:rPr lang="en-US" dirty="0"/>
              <a:t>Stream architecture: </a:t>
            </a:r>
            <a:r>
              <a:rPr lang="en-US" dirty="0" err="1"/>
              <a:t>JetStream</a:t>
            </a:r>
            <a:r>
              <a:rPr lang="en-US" dirty="0"/>
              <a:t> &amp; Consumers</a:t>
            </a:r>
          </a:p>
        </p:txBody>
      </p:sp>
    </p:spTree>
    <p:extLst>
      <p:ext uri="{BB962C8B-B14F-4D97-AF65-F5344CB8AC3E}">
        <p14:creationId xmlns:p14="http://schemas.microsoft.com/office/powerpoint/2010/main" val="3282368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Essentials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</a:p>
        </p:txBody>
      </p:sp>
    </p:spTree>
    <p:extLst>
      <p:ext uri="{BB962C8B-B14F-4D97-AF65-F5344CB8AC3E}">
        <p14:creationId xmlns:p14="http://schemas.microsoft.com/office/powerpoint/2010/main" val="280682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Essentials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59DB1B-CC81-4EAE-FBF5-84AE0777AD22}"/>
              </a:ext>
            </a:extLst>
          </p:cNvPr>
          <p:cNvSpPr/>
          <p:nvPr/>
        </p:nvSpPr>
        <p:spPr>
          <a:xfrm>
            <a:off x="3991565" y="425612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</p:spTree>
    <p:extLst>
      <p:ext uri="{BB962C8B-B14F-4D97-AF65-F5344CB8AC3E}">
        <p14:creationId xmlns:p14="http://schemas.microsoft.com/office/powerpoint/2010/main" val="221287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Essentials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59DB1B-CC81-4EAE-FBF5-84AE0777AD22}"/>
              </a:ext>
            </a:extLst>
          </p:cNvPr>
          <p:cNvSpPr/>
          <p:nvPr/>
        </p:nvSpPr>
        <p:spPr>
          <a:xfrm>
            <a:off x="3991565" y="425612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E849805-4365-557E-61F7-A1959233C841}"/>
              </a:ext>
            </a:extLst>
          </p:cNvPr>
          <p:cNvSpPr/>
          <p:nvPr/>
        </p:nvSpPr>
        <p:spPr>
          <a:xfrm>
            <a:off x="5261610" y="2167790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279848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Essentials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59DB1B-CC81-4EAE-FBF5-84AE0777AD22}"/>
              </a:ext>
            </a:extLst>
          </p:cNvPr>
          <p:cNvSpPr/>
          <p:nvPr/>
        </p:nvSpPr>
        <p:spPr>
          <a:xfrm>
            <a:off x="3991565" y="425612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ADC962-B884-DCE7-37E4-0DB3967D801E}"/>
              </a:ext>
            </a:extLst>
          </p:cNvPr>
          <p:cNvSpPr/>
          <p:nvPr/>
        </p:nvSpPr>
        <p:spPr>
          <a:xfrm>
            <a:off x="6609301" y="425612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JetStream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E849805-4365-557E-61F7-A1959233C841}"/>
              </a:ext>
            </a:extLst>
          </p:cNvPr>
          <p:cNvSpPr/>
          <p:nvPr/>
        </p:nvSpPr>
        <p:spPr>
          <a:xfrm>
            <a:off x="5261610" y="2167790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102042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745F-F291-36BA-04E7-F75459EE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/>
              <a:t>NATS </a:t>
            </a:r>
            <a:r>
              <a:rPr lang="en-US" dirty="0"/>
              <a:t>Core: </a:t>
            </a:r>
            <a:r>
              <a:rPr lang="en-RU"/>
              <a:t>Messaging</a:t>
            </a:r>
            <a:endParaRPr lang="en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3E1E1-D8A4-5E54-7119-20AD24B6C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7077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Messaging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</p:spTree>
    <p:extLst>
      <p:ext uri="{BB962C8B-B14F-4D97-AF65-F5344CB8AC3E}">
        <p14:creationId xmlns:p14="http://schemas.microsoft.com/office/powerpoint/2010/main" val="27512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Messaging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2033060" y="2097720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A1D4FA-1B69-84CB-3034-B44FDFDC24AA}"/>
              </a:ext>
            </a:extLst>
          </p:cNvPr>
          <p:cNvSpPr/>
          <p:nvPr/>
        </p:nvSpPr>
        <p:spPr>
          <a:xfrm>
            <a:off x="3103888" y="5279691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8545830" y="1862718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401311-AA98-F8F0-EBBC-F2766280D172}"/>
              </a:ext>
            </a:extLst>
          </p:cNvPr>
          <p:cNvSpPr/>
          <p:nvPr/>
        </p:nvSpPr>
        <p:spPr>
          <a:xfrm>
            <a:off x="10022520" y="3922397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3364340" y="2763360"/>
            <a:ext cx="2141657" cy="105191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C7EE83-B52D-F1E4-8199-8C0A3A4C5840}"/>
              </a:ext>
            </a:extLst>
          </p:cNvPr>
          <p:cNvCxnSpPr>
            <a:cxnSpLocks/>
            <a:stCxn id="5" idx="3"/>
            <a:endCxn id="3" idx="3"/>
          </p:cNvCxnSpPr>
          <p:nvPr/>
        </p:nvCxnSpPr>
        <p:spPr>
          <a:xfrm flipV="1">
            <a:off x="4435168" y="4995282"/>
            <a:ext cx="1070829" cy="9500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3" idx="7"/>
          </p:cNvCxnSpPr>
          <p:nvPr/>
        </p:nvCxnSpPr>
        <p:spPr>
          <a:xfrm flipH="1">
            <a:off x="6686003" y="2528358"/>
            <a:ext cx="1859827" cy="128691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19F685-C893-F677-8952-67CD483FAE66}"/>
              </a:ext>
            </a:extLst>
          </p:cNvPr>
          <p:cNvCxnSpPr>
            <a:cxnSpLocks/>
            <a:stCxn id="7" idx="1"/>
            <a:endCxn id="3" idx="6"/>
          </p:cNvCxnSpPr>
          <p:nvPr/>
        </p:nvCxnSpPr>
        <p:spPr>
          <a:xfrm flipH="1" flipV="1">
            <a:off x="6930390" y="4405279"/>
            <a:ext cx="3092130" cy="18275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94CF4D0-CEFB-8D6D-45C8-D4BEDFCA8D9E}"/>
              </a:ext>
            </a:extLst>
          </p:cNvPr>
          <p:cNvSpPr/>
          <p:nvPr/>
        </p:nvSpPr>
        <p:spPr>
          <a:xfrm>
            <a:off x="838200" y="3948411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61EA72-BE23-9914-9539-145315760E71}"/>
              </a:ext>
            </a:extLst>
          </p:cNvPr>
          <p:cNvCxnSpPr>
            <a:cxnSpLocks/>
            <a:stCxn id="26" idx="3"/>
            <a:endCxn id="3" idx="2"/>
          </p:cNvCxnSpPr>
          <p:nvPr/>
        </p:nvCxnSpPr>
        <p:spPr>
          <a:xfrm flipV="1">
            <a:off x="2169480" y="4405279"/>
            <a:ext cx="3092130" cy="208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ABC7612-62C1-0F22-E72D-A93A03973A9E}"/>
              </a:ext>
            </a:extLst>
          </p:cNvPr>
          <p:cNvSpPr/>
          <p:nvPr/>
        </p:nvSpPr>
        <p:spPr>
          <a:xfrm>
            <a:off x="7771685" y="5279691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8426CE-9653-21AA-D7B4-8E9B5D2D2A13}"/>
              </a:ext>
            </a:extLst>
          </p:cNvPr>
          <p:cNvCxnSpPr>
            <a:cxnSpLocks/>
            <a:stCxn id="32" idx="1"/>
            <a:endCxn id="3" idx="5"/>
          </p:cNvCxnSpPr>
          <p:nvPr/>
        </p:nvCxnSpPr>
        <p:spPr>
          <a:xfrm flipH="1" flipV="1">
            <a:off x="6686003" y="4995282"/>
            <a:ext cx="1085682" cy="9500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567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Messaging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2033060" y="209772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A1D4FA-1B69-84CB-3034-B44FDFDC24AA}"/>
              </a:ext>
            </a:extLst>
          </p:cNvPr>
          <p:cNvSpPr/>
          <p:nvPr/>
        </p:nvSpPr>
        <p:spPr>
          <a:xfrm>
            <a:off x="3103888" y="5279691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8545830" y="1862718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401311-AA98-F8F0-EBBC-F2766280D172}"/>
              </a:ext>
            </a:extLst>
          </p:cNvPr>
          <p:cNvSpPr/>
          <p:nvPr/>
        </p:nvSpPr>
        <p:spPr>
          <a:xfrm>
            <a:off x="10022520" y="3922397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3364340" y="2763360"/>
            <a:ext cx="2141657" cy="105191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C7EE83-B52D-F1E4-8199-8C0A3A4C5840}"/>
              </a:ext>
            </a:extLst>
          </p:cNvPr>
          <p:cNvCxnSpPr>
            <a:cxnSpLocks/>
            <a:stCxn id="5" idx="3"/>
            <a:endCxn id="3" idx="3"/>
          </p:cNvCxnSpPr>
          <p:nvPr/>
        </p:nvCxnSpPr>
        <p:spPr>
          <a:xfrm flipV="1">
            <a:off x="4435168" y="4995282"/>
            <a:ext cx="1070829" cy="9500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3" idx="7"/>
          </p:cNvCxnSpPr>
          <p:nvPr/>
        </p:nvCxnSpPr>
        <p:spPr>
          <a:xfrm flipH="1">
            <a:off x="6686003" y="2528358"/>
            <a:ext cx="1859827" cy="128691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19F685-C893-F677-8952-67CD483FAE66}"/>
              </a:ext>
            </a:extLst>
          </p:cNvPr>
          <p:cNvCxnSpPr>
            <a:cxnSpLocks/>
            <a:stCxn id="7" idx="1"/>
            <a:endCxn id="3" idx="6"/>
          </p:cNvCxnSpPr>
          <p:nvPr/>
        </p:nvCxnSpPr>
        <p:spPr>
          <a:xfrm flipH="1" flipV="1">
            <a:off x="6930390" y="4405279"/>
            <a:ext cx="3092130" cy="18275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94CF4D0-CEFB-8D6D-45C8-D4BEDFCA8D9E}"/>
              </a:ext>
            </a:extLst>
          </p:cNvPr>
          <p:cNvSpPr/>
          <p:nvPr/>
        </p:nvSpPr>
        <p:spPr>
          <a:xfrm>
            <a:off x="838200" y="3948411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61EA72-BE23-9914-9539-145315760E71}"/>
              </a:ext>
            </a:extLst>
          </p:cNvPr>
          <p:cNvCxnSpPr>
            <a:cxnSpLocks/>
            <a:stCxn id="26" idx="3"/>
            <a:endCxn id="3" idx="2"/>
          </p:cNvCxnSpPr>
          <p:nvPr/>
        </p:nvCxnSpPr>
        <p:spPr>
          <a:xfrm flipV="1">
            <a:off x="2169480" y="4405279"/>
            <a:ext cx="3092130" cy="208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ABC7612-62C1-0F22-E72D-A93A03973A9E}"/>
              </a:ext>
            </a:extLst>
          </p:cNvPr>
          <p:cNvSpPr/>
          <p:nvPr/>
        </p:nvSpPr>
        <p:spPr>
          <a:xfrm>
            <a:off x="7771685" y="5279691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8426CE-9653-21AA-D7B4-8E9B5D2D2A13}"/>
              </a:ext>
            </a:extLst>
          </p:cNvPr>
          <p:cNvCxnSpPr>
            <a:cxnSpLocks/>
            <a:stCxn id="32" idx="1"/>
            <a:endCxn id="3" idx="5"/>
          </p:cNvCxnSpPr>
          <p:nvPr/>
        </p:nvCxnSpPr>
        <p:spPr>
          <a:xfrm flipH="1" flipV="1">
            <a:off x="6686003" y="4995282"/>
            <a:ext cx="1085682" cy="9500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9921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Messaging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2033060" y="209772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A1D4FA-1B69-84CB-3034-B44FDFDC24AA}"/>
              </a:ext>
            </a:extLst>
          </p:cNvPr>
          <p:cNvSpPr/>
          <p:nvPr/>
        </p:nvSpPr>
        <p:spPr>
          <a:xfrm>
            <a:off x="3103888" y="5279691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8545830" y="1862718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401311-AA98-F8F0-EBBC-F2766280D172}"/>
              </a:ext>
            </a:extLst>
          </p:cNvPr>
          <p:cNvSpPr/>
          <p:nvPr/>
        </p:nvSpPr>
        <p:spPr>
          <a:xfrm>
            <a:off x="10022520" y="3922397"/>
            <a:ext cx="1331280" cy="13312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3364340" y="2763360"/>
            <a:ext cx="2141657" cy="105191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C7EE83-B52D-F1E4-8199-8C0A3A4C5840}"/>
              </a:ext>
            </a:extLst>
          </p:cNvPr>
          <p:cNvCxnSpPr>
            <a:cxnSpLocks/>
            <a:stCxn id="5" idx="3"/>
            <a:endCxn id="3" idx="3"/>
          </p:cNvCxnSpPr>
          <p:nvPr/>
        </p:nvCxnSpPr>
        <p:spPr>
          <a:xfrm flipV="1">
            <a:off x="4435168" y="4995282"/>
            <a:ext cx="1070829" cy="9500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3" idx="7"/>
          </p:cNvCxnSpPr>
          <p:nvPr/>
        </p:nvCxnSpPr>
        <p:spPr>
          <a:xfrm flipH="1">
            <a:off x="6686003" y="2528358"/>
            <a:ext cx="1859827" cy="128691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19F685-C893-F677-8952-67CD483FAE66}"/>
              </a:ext>
            </a:extLst>
          </p:cNvPr>
          <p:cNvCxnSpPr>
            <a:cxnSpLocks/>
            <a:stCxn id="7" idx="1"/>
            <a:endCxn id="3" idx="6"/>
          </p:cNvCxnSpPr>
          <p:nvPr/>
        </p:nvCxnSpPr>
        <p:spPr>
          <a:xfrm flipH="1" flipV="1">
            <a:off x="6930390" y="4405279"/>
            <a:ext cx="3092130" cy="18275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94CF4D0-CEFB-8D6D-45C8-D4BEDFCA8D9E}"/>
              </a:ext>
            </a:extLst>
          </p:cNvPr>
          <p:cNvSpPr/>
          <p:nvPr/>
        </p:nvSpPr>
        <p:spPr>
          <a:xfrm>
            <a:off x="838200" y="3948411"/>
            <a:ext cx="1331280" cy="13312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Requestor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61EA72-BE23-9914-9539-145315760E71}"/>
              </a:ext>
            </a:extLst>
          </p:cNvPr>
          <p:cNvCxnSpPr>
            <a:cxnSpLocks/>
            <a:stCxn id="26" idx="3"/>
            <a:endCxn id="3" idx="2"/>
          </p:cNvCxnSpPr>
          <p:nvPr/>
        </p:nvCxnSpPr>
        <p:spPr>
          <a:xfrm flipV="1">
            <a:off x="2169480" y="4405279"/>
            <a:ext cx="3092130" cy="208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ABC7612-62C1-0F22-E72D-A93A03973A9E}"/>
              </a:ext>
            </a:extLst>
          </p:cNvPr>
          <p:cNvSpPr/>
          <p:nvPr/>
        </p:nvSpPr>
        <p:spPr>
          <a:xfrm>
            <a:off x="7771685" y="5279691"/>
            <a:ext cx="1331280" cy="13312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Client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8426CE-9653-21AA-D7B4-8E9B5D2D2A13}"/>
              </a:ext>
            </a:extLst>
          </p:cNvPr>
          <p:cNvCxnSpPr>
            <a:cxnSpLocks/>
            <a:stCxn id="32" idx="1"/>
            <a:endCxn id="3" idx="5"/>
          </p:cNvCxnSpPr>
          <p:nvPr/>
        </p:nvCxnSpPr>
        <p:spPr>
          <a:xfrm flipH="1" flipV="1">
            <a:off x="6686003" y="4995282"/>
            <a:ext cx="1085682" cy="9500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838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Messaging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2033060" y="209772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A1D4FA-1B69-84CB-3034-B44FDFDC24AA}"/>
              </a:ext>
            </a:extLst>
          </p:cNvPr>
          <p:cNvSpPr/>
          <p:nvPr/>
        </p:nvSpPr>
        <p:spPr>
          <a:xfrm>
            <a:off x="3103888" y="5279691"/>
            <a:ext cx="1331280" cy="13312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Queue</a:t>
            </a:r>
            <a:br>
              <a:rPr lang="en-RU" sz="2000" dirty="0"/>
            </a:br>
            <a:r>
              <a:rPr lang="en-RU" sz="2000" dirty="0"/>
              <a:t>worker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8545830" y="1862718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401311-AA98-F8F0-EBBC-F2766280D172}"/>
              </a:ext>
            </a:extLst>
          </p:cNvPr>
          <p:cNvSpPr/>
          <p:nvPr/>
        </p:nvSpPr>
        <p:spPr>
          <a:xfrm>
            <a:off x="10022520" y="3922397"/>
            <a:ext cx="1331280" cy="13312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>
            <a:off x="3364340" y="2763360"/>
            <a:ext cx="2141657" cy="105191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C7EE83-B52D-F1E4-8199-8C0A3A4C5840}"/>
              </a:ext>
            </a:extLst>
          </p:cNvPr>
          <p:cNvCxnSpPr>
            <a:cxnSpLocks/>
            <a:stCxn id="5" idx="3"/>
            <a:endCxn id="3" idx="3"/>
          </p:cNvCxnSpPr>
          <p:nvPr/>
        </p:nvCxnSpPr>
        <p:spPr>
          <a:xfrm flipV="1">
            <a:off x="4435168" y="4995282"/>
            <a:ext cx="1070829" cy="9500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3" idx="7"/>
          </p:cNvCxnSpPr>
          <p:nvPr/>
        </p:nvCxnSpPr>
        <p:spPr>
          <a:xfrm flipH="1">
            <a:off x="6686003" y="2528358"/>
            <a:ext cx="1859827" cy="128691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19F685-C893-F677-8952-67CD483FAE66}"/>
              </a:ext>
            </a:extLst>
          </p:cNvPr>
          <p:cNvCxnSpPr>
            <a:cxnSpLocks/>
            <a:stCxn id="7" idx="1"/>
            <a:endCxn id="3" idx="6"/>
          </p:cNvCxnSpPr>
          <p:nvPr/>
        </p:nvCxnSpPr>
        <p:spPr>
          <a:xfrm flipH="1" flipV="1">
            <a:off x="6930390" y="4405279"/>
            <a:ext cx="3092130" cy="18275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94CF4D0-CEFB-8D6D-45C8-D4BEDFCA8D9E}"/>
              </a:ext>
            </a:extLst>
          </p:cNvPr>
          <p:cNvSpPr/>
          <p:nvPr/>
        </p:nvSpPr>
        <p:spPr>
          <a:xfrm>
            <a:off x="838200" y="3948411"/>
            <a:ext cx="1331280" cy="13312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Requestor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E61EA72-BE23-9914-9539-145315760E71}"/>
              </a:ext>
            </a:extLst>
          </p:cNvPr>
          <p:cNvCxnSpPr>
            <a:cxnSpLocks/>
            <a:stCxn id="26" idx="3"/>
            <a:endCxn id="3" idx="2"/>
          </p:cNvCxnSpPr>
          <p:nvPr/>
        </p:nvCxnSpPr>
        <p:spPr>
          <a:xfrm flipV="1">
            <a:off x="2169480" y="4405279"/>
            <a:ext cx="3092130" cy="20877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ABC7612-62C1-0F22-E72D-A93A03973A9E}"/>
              </a:ext>
            </a:extLst>
          </p:cNvPr>
          <p:cNvSpPr/>
          <p:nvPr/>
        </p:nvSpPr>
        <p:spPr>
          <a:xfrm>
            <a:off x="7771685" y="5279691"/>
            <a:ext cx="1331280" cy="1331280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Queue</a:t>
            </a:r>
            <a:br>
              <a:rPr lang="en-RU" sz="2000" dirty="0"/>
            </a:br>
            <a:r>
              <a:rPr lang="en-RU" sz="2000" dirty="0"/>
              <a:t>worker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08426CE-9653-21AA-D7B4-8E9B5D2D2A13}"/>
              </a:ext>
            </a:extLst>
          </p:cNvPr>
          <p:cNvCxnSpPr>
            <a:cxnSpLocks/>
            <a:stCxn id="32" idx="1"/>
            <a:endCxn id="3" idx="5"/>
          </p:cNvCxnSpPr>
          <p:nvPr/>
        </p:nvCxnSpPr>
        <p:spPr>
          <a:xfrm flipH="1" flipV="1">
            <a:off x="6686003" y="4995282"/>
            <a:ext cx="1085682" cy="9500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875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Pub/Sub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2386878" y="4405279"/>
            <a:ext cx="28747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3" idx="6"/>
          </p:cNvCxnSpPr>
          <p:nvPr/>
        </p:nvCxnSpPr>
        <p:spPr>
          <a:xfrm flipH="1">
            <a:off x="6930390" y="4383936"/>
            <a:ext cx="2874732" cy="21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n 16">
            <a:extLst>
              <a:ext uri="{FF2B5EF4-FFF2-40B4-BE49-F238E27FC236}">
                <a16:creationId xmlns:a16="http://schemas.microsoft.com/office/drawing/2014/main" id="{24D40537-291D-8510-1681-DC14A41818F0}"/>
              </a:ext>
            </a:extLst>
          </p:cNvPr>
          <p:cNvSpPr/>
          <p:nvPr/>
        </p:nvSpPr>
        <p:spPr>
          <a:xfrm rot="5400000">
            <a:off x="5724785" y="377508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EEC622E2-12B4-50FB-9AD6-A1A9BD9F9903}"/>
              </a:ext>
            </a:extLst>
          </p:cNvPr>
          <p:cNvSpPr/>
          <p:nvPr/>
        </p:nvSpPr>
        <p:spPr>
          <a:xfrm rot="5400000">
            <a:off x="6247596" y="4504866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F1B83CA1-84F5-139D-3DDF-9E663E1CBA7A}"/>
              </a:ext>
            </a:extLst>
          </p:cNvPr>
          <p:cNvSpPr/>
          <p:nvPr/>
        </p:nvSpPr>
        <p:spPr>
          <a:xfrm>
            <a:off x="6357403" y="2003612"/>
            <a:ext cx="1912537" cy="854430"/>
          </a:xfrm>
          <a:prstGeom prst="wedgeRoundRectCallout">
            <a:avLst>
              <a:gd name="adj1" fmla="val -65551"/>
              <a:gd name="adj2" fmla="val 17675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br>
              <a:rPr lang="en-RU" sz="2400" dirty="0"/>
            </a:br>
            <a:r>
              <a:rPr lang="en-RU" sz="2400" dirty="0"/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2679300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Pub/Sub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2386878" y="4405279"/>
            <a:ext cx="28747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3" idx="6"/>
          </p:cNvCxnSpPr>
          <p:nvPr/>
        </p:nvCxnSpPr>
        <p:spPr>
          <a:xfrm flipH="1">
            <a:off x="6930390" y="4383936"/>
            <a:ext cx="2874732" cy="21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n 16">
            <a:extLst>
              <a:ext uri="{FF2B5EF4-FFF2-40B4-BE49-F238E27FC236}">
                <a16:creationId xmlns:a16="http://schemas.microsoft.com/office/drawing/2014/main" id="{24D40537-291D-8510-1681-DC14A41818F0}"/>
              </a:ext>
            </a:extLst>
          </p:cNvPr>
          <p:cNvSpPr/>
          <p:nvPr/>
        </p:nvSpPr>
        <p:spPr>
          <a:xfrm rot="5400000">
            <a:off x="5724785" y="377508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EEC622E2-12B4-50FB-9AD6-A1A9BD9F9903}"/>
              </a:ext>
            </a:extLst>
          </p:cNvPr>
          <p:cNvSpPr/>
          <p:nvPr/>
        </p:nvSpPr>
        <p:spPr>
          <a:xfrm rot="5400000">
            <a:off x="6247596" y="4504866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F1B83CA1-84F5-139D-3DDF-9E663E1CBA7A}"/>
              </a:ext>
            </a:extLst>
          </p:cNvPr>
          <p:cNvSpPr/>
          <p:nvPr/>
        </p:nvSpPr>
        <p:spPr>
          <a:xfrm>
            <a:off x="6357403" y="2003612"/>
            <a:ext cx="1912537" cy="854430"/>
          </a:xfrm>
          <a:prstGeom prst="wedgeRoundRectCallout">
            <a:avLst>
              <a:gd name="adj1" fmla="val -65551"/>
              <a:gd name="adj2" fmla="val 17675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RU" sz="2400" dirty="0"/>
              <a:t>Subjects</a:t>
            </a:r>
          </a:p>
          <a:p>
            <a:pPr algn="ctr">
              <a:lnSpc>
                <a:spcPct val="80000"/>
              </a:lnSpc>
            </a:pPr>
            <a:r>
              <a:rPr lang="en-RU" sz="2400" strike="sngStrike" dirty="0">
                <a:solidFill>
                  <a:schemeClr val="bg1">
                    <a:lumMod val="50000"/>
                  </a:schemeClr>
                </a:solidFill>
              </a:rPr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4244712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Pub/Sub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2386878" y="4405279"/>
            <a:ext cx="28747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3" idx="6"/>
          </p:cNvCxnSpPr>
          <p:nvPr/>
        </p:nvCxnSpPr>
        <p:spPr>
          <a:xfrm flipH="1">
            <a:off x="6930390" y="4383936"/>
            <a:ext cx="2874732" cy="21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n 16">
            <a:extLst>
              <a:ext uri="{FF2B5EF4-FFF2-40B4-BE49-F238E27FC236}">
                <a16:creationId xmlns:a16="http://schemas.microsoft.com/office/drawing/2014/main" id="{24D40537-291D-8510-1681-DC14A41818F0}"/>
              </a:ext>
            </a:extLst>
          </p:cNvPr>
          <p:cNvSpPr/>
          <p:nvPr/>
        </p:nvSpPr>
        <p:spPr>
          <a:xfrm rot="5400000">
            <a:off x="5724785" y="377508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EEC622E2-12B4-50FB-9AD6-A1A9BD9F9903}"/>
              </a:ext>
            </a:extLst>
          </p:cNvPr>
          <p:cNvSpPr/>
          <p:nvPr/>
        </p:nvSpPr>
        <p:spPr>
          <a:xfrm rot="5400000">
            <a:off x="6247596" y="4504866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F1B83CA1-84F5-139D-3DDF-9E663E1CBA7A}"/>
              </a:ext>
            </a:extLst>
          </p:cNvPr>
          <p:cNvSpPr/>
          <p:nvPr/>
        </p:nvSpPr>
        <p:spPr>
          <a:xfrm>
            <a:off x="6357403" y="2003612"/>
            <a:ext cx="1912537" cy="854430"/>
          </a:xfrm>
          <a:prstGeom prst="wedgeRoundRectCallout">
            <a:avLst>
              <a:gd name="adj1" fmla="val -65551"/>
              <a:gd name="adj2" fmla="val 17675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RU" sz="2400" dirty="0"/>
              <a:t>Subjects</a:t>
            </a:r>
          </a:p>
          <a:p>
            <a:pPr algn="ctr">
              <a:lnSpc>
                <a:spcPct val="80000"/>
              </a:lnSpc>
            </a:pPr>
            <a:r>
              <a:rPr lang="en-RU" sz="2400" strike="sngStrike" dirty="0">
                <a:solidFill>
                  <a:schemeClr val="bg1">
                    <a:lumMod val="50000"/>
                  </a:schemeClr>
                </a:solidFill>
              </a:rPr>
              <a:t>Topics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D8483-DD3A-0BA4-29EF-0E50FABF998F}"/>
              </a:ext>
            </a:extLst>
          </p:cNvPr>
          <p:cNvSpPr txBox="1"/>
          <p:nvPr/>
        </p:nvSpPr>
        <p:spPr>
          <a:xfrm>
            <a:off x="3014567" y="392668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8D925-B24B-72DF-6809-3A81B2E36DCA}"/>
              </a:ext>
            </a:extLst>
          </p:cNvPr>
          <p:cNvSpPr txBox="1"/>
          <p:nvPr/>
        </p:nvSpPr>
        <p:spPr>
          <a:xfrm>
            <a:off x="7560536" y="445314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67038-2833-BAF8-9112-0487F2A0F1D4}"/>
              </a:ext>
            </a:extLst>
          </p:cNvPr>
          <p:cNvSpPr txBox="1"/>
          <p:nvPr/>
        </p:nvSpPr>
        <p:spPr>
          <a:xfrm>
            <a:off x="7555622" y="4754073"/>
            <a:ext cx="1636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a.b.*.d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631A63-9BE3-4B9E-720E-8A70B730A9A3}"/>
              </a:ext>
            </a:extLst>
          </p:cNvPr>
          <p:cNvSpPr txBox="1"/>
          <p:nvPr/>
        </p:nvSpPr>
        <p:spPr>
          <a:xfrm>
            <a:off x="7541215" y="5070919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a.b.&gt;</a:t>
            </a:r>
          </a:p>
        </p:txBody>
      </p:sp>
    </p:spTree>
    <p:extLst>
      <p:ext uri="{BB962C8B-B14F-4D97-AF65-F5344CB8AC3E}">
        <p14:creationId xmlns:p14="http://schemas.microsoft.com/office/powerpoint/2010/main" val="1870034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Pub/Sub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18" idx="3"/>
          </p:cNvCxnSpPr>
          <p:nvPr/>
        </p:nvCxnSpPr>
        <p:spPr>
          <a:xfrm flipV="1">
            <a:off x="2386878" y="4402680"/>
            <a:ext cx="3447715" cy="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18" idx="0"/>
          </p:cNvCxnSpPr>
          <p:nvPr/>
        </p:nvCxnSpPr>
        <p:spPr>
          <a:xfrm flipH="1">
            <a:off x="6302500" y="4383936"/>
            <a:ext cx="3502622" cy="187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D8483-DD3A-0BA4-29EF-0E50FABF998F}"/>
              </a:ext>
            </a:extLst>
          </p:cNvPr>
          <p:cNvSpPr txBox="1"/>
          <p:nvPr/>
        </p:nvSpPr>
        <p:spPr>
          <a:xfrm>
            <a:off x="3014567" y="392668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5E6B26-F19D-F4B9-337D-6EF617CB937A}"/>
              </a:ext>
            </a:extLst>
          </p:cNvPr>
          <p:cNvSpPr/>
          <p:nvPr/>
        </p:nvSpPr>
        <p:spPr>
          <a:xfrm>
            <a:off x="9805122" y="209556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6863D6-429C-1031-3985-02693E9D1673}"/>
              </a:ext>
            </a:extLst>
          </p:cNvPr>
          <p:cNvSpPr/>
          <p:nvPr/>
        </p:nvSpPr>
        <p:spPr>
          <a:xfrm>
            <a:off x="9805122" y="534103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2478BF-432F-4F9C-B1D1-B51CCCBA1AD7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>
          <a:xfrm flipH="1">
            <a:off x="6357404" y="2761201"/>
            <a:ext cx="3447718" cy="16414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1E9F00-1597-5E26-22AB-6AB6176B81D6}"/>
              </a:ext>
            </a:extLst>
          </p:cNvPr>
          <p:cNvCxnSpPr>
            <a:cxnSpLocks/>
            <a:stCxn id="14" idx="1"/>
            <a:endCxn id="18" idx="1"/>
          </p:cNvCxnSpPr>
          <p:nvPr/>
        </p:nvCxnSpPr>
        <p:spPr>
          <a:xfrm flipH="1" flipV="1">
            <a:off x="6357404" y="4402680"/>
            <a:ext cx="3447718" cy="16039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08D925-B24B-72DF-6809-3A81B2E36DCA}"/>
              </a:ext>
            </a:extLst>
          </p:cNvPr>
          <p:cNvSpPr txBox="1"/>
          <p:nvPr/>
        </p:nvSpPr>
        <p:spPr>
          <a:xfrm>
            <a:off x="7453202" y="3242175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67038-2833-BAF8-9112-0487F2A0F1D4}"/>
              </a:ext>
            </a:extLst>
          </p:cNvPr>
          <p:cNvSpPr txBox="1"/>
          <p:nvPr/>
        </p:nvSpPr>
        <p:spPr>
          <a:xfrm>
            <a:off x="7435168" y="4033347"/>
            <a:ext cx="1636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a.b.*.d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631A63-9BE3-4B9E-720E-8A70B730A9A3}"/>
              </a:ext>
            </a:extLst>
          </p:cNvPr>
          <p:cNvSpPr txBox="1"/>
          <p:nvPr/>
        </p:nvSpPr>
        <p:spPr>
          <a:xfrm>
            <a:off x="7453201" y="4952685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a.b.&gt;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F3FA4C93-7E02-5C1F-3D4B-75457216CF46}"/>
              </a:ext>
            </a:extLst>
          </p:cNvPr>
          <p:cNvSpPr/>
          <p:nvPr/>
        </p:nvSpPr>
        <p:spPr>
          <a:xfrm>
            <a:off x="2441782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6EB89D79-885C-66F8-BD4C-0987E2518F60}"/>
              </a:ext>
            </a:extLst>
          </p:cNvPr>
          <p:cNvSpPr/>
          <p:nvPr/>
        </p:nvSpPr>
        <p:spPr>
          <a:xfrm>
            <a:off x="2888920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3F29613D-285A-081E-0DAF-7E4D4E7321A9}"/>
              </a:ext>
            </a:extLst>
          </p:cNvPr>
          <p:cNvSpPr/>
          <p:nvPr/>
        </p:nvSpPr>
        <p:spPr>
          <a:xfrm>
            <a:off x="3336058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05A7A791-8EC7-01E0-0193-E726832650BF}"/>
              </a:ext>
            </a:extLst>
          </p:cNvPr>
          <p:cNvSpPr/>
          <p:nvPr/>
        </p:nvSpPr>
        <p:spPr>
          <a:xfrm>
            <a:off x="8441386" y="4434851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A3D09950-C126-31D8-1AE2-EA6465C3C31F}"/>
              </a:ext>
            </a:extLst>
          </p:cNvPr>
          <p:cNvSpPr/>
          <p:nvPr/>
        </p:nvSpPr>
        <p:spPr>
          <a:xfrm>
            <a:off x="8888524" y="4434851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8B5DDBC2-2512-6778-481F-5E41CB319E62}"/>
              </a:ext>
            </a:extLst>
          </p:cNvPr>
          <p:cNvSpPr/>
          <p:nvPr/>
        </p:nvSpPr>
        <p:spPr>
          <a:xfrm>
            <a:off x="9335662" y="4434851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FB99C9F8-5AC0-60DD-D66E-19F8D60BECA2}"/>
              </a:ext>
            </a:extLst>
          </p:cNvPr>
          <p:cNvSpPr/>
          <p:nvPr/>
        </p:nvSpPr>
        <p:spPr>
          <a:xfrm>
            <a:off x="8441072" y="591857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ABF13586-4B35-50E5-81FC-56A031106E27}"/>
              </a:ext>
            </a:extLst>
          </p:cNvPr>
          <p:cNvSpPr/>
          <p:nvPr/>
        </p:nvSpPr>
        <p:spPr>
          <a:xfrm>
            <a:off x="8888210" y="591857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1DECA737-0708-FD38-E9E1-3EDD10FF1A2D}"/>
              </a:ext>
            </a:extLst>
          </p:cNvPr>
          <p:cNvSpPr/>
          <p:nvPr/>
        </p:nvSpPr>
        <p:spPr>
          <a:xfrm>
            <a:off x="9335348" y="591857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38" name="Diamond 37">
            <a:extLst>
              <a:ext uri="{FF2B5EF4-FFF2-40B4-BE49-F238E27FC236}">
                <a16:creationId xmlns:a16="http://schemas.microsoft.com/office/drawing/2014/main" id="{D041DF81-64A2-B06D-549D-19B9500C9355}"/>
              </a:ext>
            </a:extLst>
          </p:cNvPr>
          <p:cNvSpPr/>
          <p:nvPr/>
        </p:nvSpPr>
        <p:spPr>
          <a:xfrm>
            <a:off x="8441072" y="2691959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9" name="Diamond 38">
            <a:extLst>
              <a:ext uri="{FF2B5EF4-FFF2-40B4-BE49-F238E27FC236}">
                <a16:creationId xmlns:a16="http://schemas.microsoft.com/office/drawing/2014/main" id="{1485E68A-7F6D-6735-F182-AC12A44B3E89}"/>
              </a:ext>
            </a:extLst>
          </p:cNvPr>
          <p:cNvSpPr/>
          <p:nvPr/>
        </p:nvSpPr>
        <p:spPr>
          <a:xfrm>
            <a:off x="8888210" y="2691959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6F4F9307-DB51-6169-600B-D73DAA415219}"/>
              </a:ext>
            </a:extLst>
          </p:cNvPr>
          <p:cNvSpPr/>
          <p:nvPr/>
        </p:nvSpPr>
        <p:spPr>
          <a:xfrm>
            <a:off x="9335348" y="2691959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49981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4CC720A-8A64-E564-C6B1-A924EB8F6B98}"/>
              </a:ext>
            </a:extLst>
          </p:cNvPr>
          <p:cNvSpPr/>
          <p:nvPr/>
        </p:nvSpPr>
        <p:spPr>
          <a:xfrm>
            <a:off x="9553851" y="1272209"/>
            <a:ext cx="1854854" cy="558579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Queue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18" idx="3"/>
          </p:cNvCxnSpPr>
          <p:nvPr/>
        </p:nvCxnSpPr>
        <p:spPr>
          <a:xfrm flipV="1">
            <a:off x="2386878" y="4402680"/>
            <a:ext cx="3447715" cy="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18" idx="0"/>
          </p:cNvCxnSpPr>
          <p:nvPr/>
        </p:nvCxnSpPr>
        <p:spPr>
          <a:xfrm flipH="1">
            <a:off x="6302500" y="4383936"/>
            <a:ext cx="3502622" cy="187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D8483-DD3A-0BA4-29EF-0E50FABF998F}"/>
              </a:ext>
            </a:extLst>
          </p:cNvPr>
          <p:cNvSpPr txBox="1"/>
          <p:nvPr/>
        </p:nvSpPr>
        <p:spPr>
          <a:xfrm>
            <a:off x="3014567" y="392668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5E6B26-F19D-F4B9-337D-6EF617CB937A}"/>
              </a:ext>
            </a:extLst>
          </p:cNvPr>
          <p:cNvSpPr/>
          <p:nvPr/>
        </p:nvSpPr>
        <p:spPr>
          <a:xfrm>
            <a:off x="9805122" y="209556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6863D6-429C-1031-3985-02693E9D1673}"/>
              </a:ext>
            </a:extLst>
          </p:cNvPr>
          <p:cNvSpPr/>
          <p:nvPr/>
        </p:nvSpPr>
        <p:spPr>
          <a:xfrm>
            <a:off x="9805122" y="534103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2478BF-432F-4F9C-B1D1-B51CCCBA1AD7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>
          <a:xfrm flipH="1">
            <a:off x="6357404" y="2761201"/>
            <a:ext cx="3447718" cy="16414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1E9F00-1597-5E26-22AB-6AB6176B81D6}"/>
              </a:ext>
            </a:extLst>
          </p:cNvPr>
          <p:cNvCxnSpPr>
            <a:cxnSpLocks/>
            <a:stCxn id="14" idx="1"/>
            <a:endCxn id="18" idx="1"/>
          </p:cNvCxnSpPr>
          <p:nvPr/>
        </p:nvCxnSpPr>
        <p:spPr>
          <a:xfrm flipH="1" flipV="1">
            <a:off x="6357404" y="4402680"/>
            <a:ext cx="3447718" cy="16039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08D925-B24B-72DF-6809-3A81B2E36DCA}"/>
              </a:ext>
            </a:extLst>
          </p:cNvPr>
          <p:cNvSpPr txBox="1"/>
          <p:nvPr/>
        </p:nvSpPr>
        <p:spPr>
          <a:xfrm>
            <a:off x="7453202" y="3242175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F3FA4C93-7E02-5C1F-3D4B-75457216CF46}"/>
              </a:ext>
            </a:extLst>
          </p:cNvPr>
          <p:cNvSpPr/>
          <p:nvPr/>
        </p:nvSpPr>
        <p:spPr>
          <a:xfrm>
            <a:off x="2441782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6EB89D79-885C-66F8-BD4C-0987E2518F60}"/>
              </a:ext>
            </a:extLst>
          </p:cNvPr>
          <p:cNvSpPr/>
          <p:nvPr/>
        </p:nvSpPr>
        <p:spPr>
          <a:xfrm>
            <a:off x="2888920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3F29613D-285A-081E-0DAF-7E4D4E7321A9}"/>
              </a:ext>
            </a:extLst>
          </p:cNvPr>
          <p:cNvSpPr/>
          <p:nvPr/>
        </p:nvSpPr>
        <p:spPr>
          <a:xfrm>
            <a:off x="3336058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05A7A791-8EC7-01E0-0193-E726832650BF}"/>
              </a:ext>
            </a:extLst>
          </p:cNvPr>
          <p:cNvSpPr/>
          <p:nvPr/>
        </p:nvSpPr>
        <p:spPr>
          <a:xfrm>
            <a:off x="8860758" y="4434851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A3D09950-C126-31D8-1AE2-EA6465C3C31F}"/>
              </a:ext>
            </a:extLst>
          </p:cNvPr>
          <p:cNvSpPr/>
          <p:nvPr/>
        </p:nvSpPr>
        <p:spPr>
          <a:xfrm>
            <a:off x="9325214" y="4434851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1DECA737-0708-FD38-E9E1-3EDD10FF1A2D}"/>
              </a:ext>
            </a:extLst>
          </p:cNvPr>
          <p:cNvSpPr/>
          <p:nvPr/>
        </p:nvSpPr>
        <p:spPr>
          <a:xfrm>
            <a:off x="9335348" y="591857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6F4F9307-DB51-6169-600B-D73DAA415219}"/>
              </a:ext>
            </a:extLst>
          </p:cNvPr>
          <p:cNvSpPr/>
          <p:nvPr/>
        </p:nvSpPr>
        <p:spPr>
          <a:xfrm>
            <a:off x="9335348" y="2691959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BB2E4-8ACE-2D40-09C5-3595F4920771}"/>
              </a:ext>
            </a:extLst>
          </p:cNvPr>
          <p:cNvSpPr txBox="1"/>
          <p:nvPr/>
        </p:nvSpPr>
        <p:spPr>
          <a:xfrm>
            <a:off x="7453198" y="4033347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AF604-DC5F-8FE3-1ACE-2A87AA842349}"/>
              </a:ext>
            </a:extLst>
          </p:cNvPr>
          <p:cNvSpPr txBox="1"/>
          <p:nvPr/>
        </p:nvSpPr>
        <p:spPr>
          <a:xfrm>
            <a:off x="7418650" y="5123971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25A2D3-7D7C-0BC6-A192-DD0B8A4618F0}"/>
              </a:ext>
            </a:extLst>
          </p:cNvPr>
          <p:cNvSpPr txBox="1"/>
          <p:nvPr/>
        </p:nvSpPr>
        <p:spPr>
          <a:xfrm>
            <a:off x="9761529" y="1485638"/>
            <a:ext cx="141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 group</a:t>
            </a:r>
            <a:endParaRPr lang="en-RU" dirty="0"/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4CAFA1CB-5F57-B841-9C7C-BD3F34285F80}"/>
              </a:ext>
            </a:extLst>
          </p:cNvPr>
          <p:cNvSpPr/>
          <p:nvPr/>
        </p:nvSpPr>
        <p:spPr>
          <a:xfrm>
            <a:off x="3793831" y="4327162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4765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4CC720A-8A64-E564-C6B1-A924EB8F6B98}"/>
              </a:ext>
            </a:extLst>
          </p:cNvPr>
          <p:cNvSpPr/>
          <p:nvPr/>
        </p:nvSpPr>
        <p:spPr>
          <a:xfrm>
            <a:off x="9553851" y="1272209"/>
            <a:ext cx="1854854" cy="558579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Request/Response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Requestor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18" idx="3"/>
          </p:cNvCxnSpPr>
          <p:nvPr/>
        </p:nvCxnSpPr>
        <p:spPr>
          <a:xfrm flipV="1">
            <a:off x="2386878" y="4402680"/>
            <a:ext cx="3447715" cy="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18" idx="0"/>
          </p:cNvCxnSpPr>
          <p:nvPr/>
        </p:nvCxnSpPr>
        <p:spPr>
          <a:xfrm flipH="1">
            <a:off x="6302500" y="4383936"/>
            <a:ext cx="3502622" cy="187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D8483-DD3A-0BA4-29EF-0E50FABF998F}"/>
              </a:ext>
            </a:extLst>
          </p:cNvPr>
          <p:cNvSpPr txBox="1"/>
          <p:nvPr/>
        </p:nvSpPr>
        <p:spPr>
          <a:xfrm>
            <a:off x="3014567" y="392668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5E6B26-F19D-F4B9-337D-6EF617CB937A}"/>
              </a:ext>
            </a:extLst>
          </p:cNvPr>
          <p:cNvSpPr/>
          <p:nvPr/>
        </p:nvSpPr>
        <p:spPr>
          <a:xfrm>
            <a:off x="9805122" y="209556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6863D6-429C-1031-3985-02693E9D1673}"/>
              </a:ext>
            </a:extLst>
          </p:cNvPr>
          <p:cNvSpPr/>
          <p:nvPr/>
        </p:nvSpPr>
        <p:spPr>
          <a:xfrm>
            <a:off x="9805122" y="534103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2478BF-432F-4F9C-B1D1-B51CCCBA1AD7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>
          <a:xfrm flipH="1">
            <a:off x="6357404" y="2761201"/>
            <a:ext cx="3447718" cy="16414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1E9F00-1597-5E26-22AB-6AB6176B81D6}"/>
              </a:ext>
            </a:extLst>
          </p:cNvPr>
          <p:cNvCxnSpPr>
            <a:cxnSpLocks/>
            <a:stCxn id="14" idx="1"/>
            <a:endCxn id="18" idx="1"/>
          </p:cNvCxnSpPr>
          <p:nvPr/>
        </p:nvCxnSpPr>
        <p:spPr>
          <a:xfrm flipH="1" flipV="1">
            <a:off x="6357404" y="4402680"/>
            <a:ext cx="3447718" cy="16039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08D925-B24B-72DF-6809-3A81B2E36DCA}"/>
              </a:ext>
            </a:extLst>
          </p:cNvPr>
          <p:cNvSpPr txBox="1"/>
          <p:nvPr/>
        </p:nvSpPr>
        <p:spPr>
          <a:xfrm>
            <a:off x="7453202" y="3242175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F3FA4C93-7E02-5C1F-3D4B-75457216CF46}"/>
              </a:ext>
            </a:extLst>
          </p:cNvPr>
          <p:cNvSpPr/>
          <p:nvPr/>
        </p:nvSpPr>
        <p:spPr>
          <a:xfrm>
            <a:off x="2441782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6EB89D79-885C-66F8-BD4C-0987E2518F60}"/>
              </a:ext>
            </a:extLst>
          </p:cNvPr>
          <p:cNvSpPr/>
          <p:nvPr/>
        </p:nvSpPr>
        <p:spPr>
          <a:xfrm>
            <a:off x="2888920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3F29613D-285A-081E-0DAF-7E4D4E7321A9}"/>
              </a:ext>
            </a:extLst>
          </p:cNvPr>
          <p:cNvSpPr/>
          <p:nvPr/>
        </p:nvSpPr>
        <p:spPr>
          <a:xfrm>
            <a:off x="3336058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A3D09950-C126-31D8-1AE2-EA6465C3C31F}"/>
              </a:ext>
            </a:extLst>
          </p:cNvPr>
          <p:cNvSpPr/>
          <p:nvPr/>
        </p:nvSpPr>
        <p:spPr>
          <a:xfrm>
            <a:off x="9325214" y="4434851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1DECA737-0708-FD38-E9E1-3EDD10FF1A2D}"/>
              </a:ext>
            </a:extLst>
          </p:cNvPr>
          <p:cNvSpPr/>
          <p:nvPr/>
        </p:nvSpPr>
        <p:spPr>
          <a:xfrm>
            <a:off x="9335348" y="591857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6F4F9307-DB51-6169-600B-D73DAA415219}"/>
              </a:ext>
            </a:extLst>
          </p:cNvPr>
          <p:cNvSpPr/>
          <p:nvPr/>
        </p:nvSpPr>
        <p:spPr>
          <a:xfrm>
            <a:off x="9335348" y="2691959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BB2E4-8ACE-2D40-09C5-3595F4920771}"/>
              </a:ext>
            </a:extLst>
          </p:cNvPr>
          <p:cNvSpPr txBox="1"/>
          <p:nvPr/>
        </p:nvSpPr>
        <p:spPr>
          <a:xfrm>
            <a:off x="7453198" y="4033347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AF604-DC5F-8FE3-1ACE-2A87AA842349}"/>
              </a:ext>
            </a:extLst>
          </p:cNvPr>
          <p:cNvSpPr txBox="1"/>
          <p:nvPr/>
        </p:nvSpPr>
        <p:spPr>
          <a:xfrm>
            <a:off x="7418650" y="5123971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25A2D3-7D7C-0BC6-A192-DD0B8A4618F0}"/>
              </a:ext>
            </a:extLst>
          </p:cNvPr>
          <p:cNvSpPr txBox="1"/>
          <p:nvPr/>
        </p:nvSpPr>
        <p:spPr>
          <a:xfrm>
            <a:off x="9761529" y="1485638"/>
            <a:ext cx="141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 group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86807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4CC720A-8A64-E564-C6B1-A924EB8F6B98}"/>
              </a:ext>
            </a:extLst>
          </p:cNvPr>
          <p:cNvSpPr/>
          <p:nvPr/>
        </p:nvSpPr>
        <p:spPr>
          <a:xfrm>
            <a:off x="9553851" y="1272209"/>
            <a:ext cx="1854854" cy="558579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Request/Response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Requestor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18" idx="3"/>
          </p:cNvCxnSpPr>
          <p:nvPr/>
        </p:nvCxnSpPr>
        <p:spPr>
          <a:xfrm flipV="1">
            <a:off x="2386878" y="4402680"/>
            <a:ext cx="3447715" cy="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18" idx="0"/>
          </p:cNvCxnSpPr>
          <p:nvPr/>
        </p:nvCxnSpPr>
        <p:spPr>
          <a:xfrm flipH="1">
            <a:off x="6302500" y="4383936"/>
            <a:ext cx="3502622" cy="187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D8483-DD3A-0BA4-29EF-0E50FABF998F}"/>
              </a:ext>
            </a:extLst>
          </p:cNvPr>
          <p:cNvSpPr txBox="1"/>
          <p:nvPr/>
        </p:nvSpPr>
        <p:spPr>
          <a:xfrm>
            <a:off x="3014567" y="392668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5E6B26-F19D-F4B9-337D-6EF617CB937A}"/>
              </a:ext>
            </a:extLst>
          </p:cNvPr>
          <p:cNvSpPr/>
          <p:nvPr/>
        </p:nvSpPr>
        <p:spPr>
          <a:xfrm>
            <a:off x="9805122" y="209556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6863D6-429C-1031-3985-02693E9D1673}"/>
              </a:ext>
            </a:extLst>
          </p:cNvPr>
          <p:cNvSpPr/>
          <p:nvPr/>
        </p:nvSpPr>
        <p:spPr>
          <a:xfrm>
            <a:off x="9805122" y="534103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2478BF-432F-4F9C-B1D1-B51CCCBA1AD7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>
          <a:xfrm flipH="1">
            <a:off x="6357404" y="2761201"/>
            <a:ext cx="3447718" cy="16414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1E9F00-1597-5E26-22AB-6AB6176B81D6}"/>
              </a:ext>
            </a:extLst>
          </p:cNvPr>
          <p:cNvCxnSpPr>
            <a:cxnSpLocks/>
            <a:stCxn id="14" idx="1"/>
            <a:endCxn id="18" idx="1"/>
          </p:cNvCxnSpPr>
          <p:nvPr/>
        </p:nvCxnSpPr>
        <p:spPr>
          <a:xfrm flipH="1" flipV="1">
            <a:off x="6357404" y="4402680"/>
            <a:ext cx="3447718" cy="16039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08D925-B24B-72DF-6809-3A81B2E36DCA}"/>
              </a:ext>
            </a:extLst>
          </p:cNvPr>
          <p:cNvSpPr txBox="1"/>
          <p:nvPr/>
        </p:nvSpPr>
        <p:spPr>
          <a:xfrm>
            <a:off x="7453202" y="3242175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BB2E4-8ACE-2D40-09C5-3595F4920771}"/>
              </a:ext>
            </a:extLst>
          </p:cNvPr>
          <p:cNvSpPr txBox="1"/>
          <p:nvPr/>
        </p:nvSpPr>
        <p:spPr>
          <a:xfrm>
            <a:off x="7453198" y="4033347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AF604-DC5F-8FE3-1ACE-2A87AA842349}"/>
              </a:ext>
            </a:extLst>
          </p:cNvPr>
          <p:cNvSpPr txBox="1"/>
          <p:nvPr/>
        </p:nvSpPr>
        <p:spPr>
          <a:xfrm>
            <a:off x="7418650" y="5123971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25A2D3-7D7C-0BC6-A192-DD0B8A4618F0}"/>
              </a:ext>
            </a:extLst>
          </p:cNvPr>
          <p:cNvSpPr txBox="1"/>
          <p:nvPr/>
        </p:nvSpPr>
        <p:spPr>
          <a:xfrm>
            <a:off x="9761529" y="1485638"/>
            <a:ext cx="141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 group</a:t>
            </a:r>
            <a:endParaRPr lang="en-RU" dirty="0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A3D09950-C126-31D8-1AE2-EA6465C3C31F}"/>
              </a:ext>
            </a:extLst>
          </p:cNvPr>
          <p:cNvSpPr/>
          <p:nvPr/>
        </p:nvSpPr>
        <p:spPr>
          <a:xfrm>
            <a:off x="9325214" y="4434851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1DECA737-0708-FD38-E9E1-3EDD10FF1A2D}"/>
              </a:ext>
            </a:extLst>
          </p:cNvPr>
          <p:cNvSpPr/>
          <p:nvPr/>
        </p:nvSpPr>
        <p:spPr>
          <a:xfrm>
            <a:off x="9335348" y="591857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6F4F9307-DB51-6169-600B-D73DAA415219}"/>
              </a:ext>
            </a:extLst>
          </p:cNvPr>
          <p:cNvSpPr/>
          <p:nvPr/>
        </p:nvSpPr>
        <p:spPr>
          <a:xfrm>
            <a:off x="9335348" y="2691959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DD5D92BC-74D6-CCBC-387D-145AF0880B9C}"/>
              </a:ext>
            </a:extLst>
          </p:cNvPr>
          <p:cNvSpPr/>
          <p:nvPr/>
        </p:nvSpPr>
        <p:spPr>
          <a:xfrm>
            <a:off x="9595368" y="3215216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93395A47-2016-A329-9E60-68E39F4CB113}"/>
              </a:ext>
            </a:extLst>
          </p:cNvPr>
          <p:cNvSpPr/>
          <p:nvPr/>
        </p:nvSpPr>
        <p:spPr>
          <a:xfrm>
            <a:off x="9593446" y="4831074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BD063611-A376-3D00-7AED-AE2FADFEE2E3}"/>
              </a:ext>
            </a:extLst>
          </p:cNvPr>
          <p:cNvSpPr/>
          <p:nvPr/>
        </p:nvSpPr>
        <p:spPr>
          <a:xfrm>
            <a:off x="9586620" y="6457249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22C08F90-FACA-3423-30A5-C7426D57B8CE}"/>
              </a:ext>
            </a:extLst>
          </p:cNvPr>
          <p:cNvSpPr/>
          <p:nvPr/>
        </p:nvSpPr>
        <p:spPr>
          <a:xfrm>
            <a:off x="2441782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24" name="Diamond 23">
            <a:extLst>
              <a:ext uri="{FF2B5EF4-FFF2-40B4-BE49-F238E27FC236}">
                <a16:creationId xmlns:a16="http://schemas.microsoft.com/office/drawing/2014/main" id="{81B3F3BC-AACF-8E1B-8D14-907E19919E2F}"/>
              </a:ext>
            </a:extLst>
          </p:cNvPr>
          <p:cNvSpPr/>
          <p:nvPr/>
        </p:nvSpPr>
        <p:spPr>
          <a:xfrm>
            <a:off x="2888920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26" name="Diamond 25">
            <a:extLst>
              <a:ext uri="{FF2B5EF4-FFF2-40B4-BE49-F238E27FC236}">
                <a16:creationId xmlns:a16="http://schemas.microsoft.com/office/drawing/2014/main" id="{BEE2E489-EF5B-D10B-276F-451AB92E575E}"/>
              </a:ext>
            </a:extLst>
          </p:cNvPr>
          <p:cNvSpPr/>
          <p:nvPr/>
        </p:nvSpPr>
        <p:spPr>
          <a:xfrm>
            <a:off x="3336058" y="4319217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93867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4CC720A-8A64-E564-C6B1-A924EB8F6B98}"/>
              </a:ext>
            </a:extLst>
          </p:cNvPr>
          <p:cNvSpPr/>
          <p:nvPr/>
        </p:nvSpPr>
        <p:spPr>
          <a:xfrm>
            <a:off x="9553851" y="1272209"/>
            <a:ext cx="1854854" cy="558579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Request/Response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Requestor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18" idx="3"/>
          </p:cNvCxnSpPr>
          <p:nvPr/>
        </p:nvCxnSpPr>
        <p:spPr>
          <a:xfrm flipV="1">
            <a:off x="2386878" y="4402680"/>
            <a:ext cx="3447715" cy="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18" idx="0"/>
          </p:cNvCxnSpPr>
          <p:nvPr/>
        </p:nvCxnSpPr>
        <p:spPr>
          <a:xfrm flipH="1">
            <a:off x="6302500" y="4383936"/>
            <a:ext cx="3502622" cy="187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D8483-DD3A-0BA4-29EF-0E50FABF998F}"/>
              </a:ext>
            </a:extLst>
          </p:cNvPr>
          <p:cNvSpPr txBox="1"/>
          <p:nvPr/>
        </p:nvSpPr>
        <p:spPr>
          <a:xfrm>
            <a:off x="3014567" y="392668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5E6B26-F19D-F4B9-337D-6EF617CB937A}"/>
              </a:ext>
            </a:extLst>
          </p:cNvPr>
          <p:cNvSpPr/>
          <p:nvPr/>
        </p:nvSpPr>
        <p:spPr>
          <a:xfrm>
            <a:off x="9805122" y="209556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6863D6-429C-1031-3985-02693E9D1673}"/>
              </a:ext>
            </a:extLst>
          </p:cNvPr>
          <p:cNvSpPr/>
          <p:nvPr/>
        </p:nvSpPr>
        <p:spPr>
          <a:xfrm>
            <a:off x="9805122" y="534103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2478BF-432F-4F9C-B1D1-B51CCCBA1AD7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>
          <a:xfrm flipH="1">
            <a:off x="6357404" y="2761201"/>
            <a:ext cx="3447718" cy="16414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1E9F00-1597-5E26-22AB-6AB6176B81D6}"/>
              </a:ext>
            </a:extLst>
          </p:cNvPr>
          <p:cNvCxnSpPr>
            <a:cxnSpLocks/>
            <a:stCxn id="14" idx="1"/>
            <a:endCxn id="18" idx="1"/>
          </p:cNvCxnSpPr>
          <p:nvPr/>
        </p:nvCxnSpPr>
        <p:spPr>
          <a:xfrm flipH="1" flipV="1">
            <a:off x="6357404" y="4402680"/>
            <a:ext cx="3447718" cy="16039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08D925-B24B-72DF-6809-3A81B2E36DCA}"/>
              </a:ext>
            </a:extLst>
          </p:cNvPr>
          <p:cNvSpPr txBox="1"/>
          <p:nvPr/>
        </p:nvSpPr>
        <p:spPr>
          <a:xfrm>
            <a:off x="7453202" y="3242175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F3FA4C93-7E02-5C1F-3D4B-75457216CF46}"/>
              </a:ext>
            </a:extLst>
          </p:cNvPr>
          <p:cNvSpPr/>
          <p:nvPr/>
        </p:nvSpPr>
        <p:spPr>
          <a:xfrm>
            <a:off x="5387454" y="4507626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6EB89D79-885C-66F8-BD4C-0987E2518F60}"/>
              </a:ext>
            </a:extLst>
          </p:cNvPr>
          <p:cNvSpPr/>
          <p:nvPr/>
        </p:nvSpPr>
        <p:spPr>
          <a:xfrm>
            <a:off x="5387454" y="4967664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3F29613D-285A-081E-0DAF-7E4D4E7321A9}"/>
              </a:ext>
            </a:extLst>
          </p:cNvPr>
          <p:cNvSpPr/>
          <p:nvPr/>
        </p:nvSpPr>
        <p:spPr>
          <a:xfrm>
            <a:off x="5387454" y="543020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BB2E4-8ACE-2D40-09C5-3595F4920771}"/>
              </a:ext>
            </a:extLst>
          </p:cNvPr>
          <p:cNvSpPr txBox="1"/>
          <p:nvPr/>
        </p:nvSpPr>
        <p:spPr>
          <a:xfrm>
            <a:off x="7453198" y="4033347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AF604-DC5F-8FE3-1ACE-2A87AA842349}"/>
              </a:ext>
            </a:extLst>
          </p:cNvPr>
          <p:cNvSpPr txBox="1"/>
          <p:nvPr/>
        </p:nvSpPr>
        <p:spPr>
          <a:xfrm>
            <a:off x="7418650" y="5123971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25A2D3-7D7C-0BC6-A192-DD0B8A4618F0}"/>
              </a:ext>
            </a:extLst>
          </p:cNvPr>
          <p:cNvSpPr txBox="1"/>
          <p:nvPr/>
        </p:nvSpPr>
        <p:spPr>
          <a:xfrm>
            <a:off x="9761529" y="1485638"/>
            <a:ext cx="141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 group</a:t>
            </a:r>
            <a:endParaRPr lang="en-RU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E6E697A5-ED6E-421C-0AAC-610783B3FDEE}"/>
              </a:ext>
            </a:extLst>
          </p:cNvPr>
          <p:cNvSpPr/>
          <p:nvPr/>
        </p:nvSpPr>
        <p:spPr>
          <a:xfrm rot="5400000">
            <a:off x="5815613" y="4639554"/>
            <a:ext cx="183570" cy="437005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16DE2F4B-1508-B68A-A625-8D0297173033}"/>
              </a:ext>
            </a:extLst>
          </p:cNvPr>
          <p:cNvSpPr/>
          <p:nvPr/>
        </p:nvSpPr>
        <p:spPr>
          <a:xfrm rot="5400000">
            <a:off x="5816332" y="5130774"/>
            <a:ext cx="183570" cy="437005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66A9FF4C-755C-C178-55BB-BC143D2D2B1B}"/>
              </a:ext>
            </a:extLst>
          </p:cNvPr>
          <p:cNvSpPr/>
          <p:nvPr/>
        </p:nvSpPr>
        <p:spPr>
          <a:xfrm rot="5400000">
            <a:off x="5817887" y="5601547"/>
            <a:ext cx="183570" cy="437005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A3D09950-C126-31D8-1AE2-EA6465C3C31F}"/>
              </a:ext>
            </a:extLst>
          </p:cNvPr>
          <p:cNvSpPr/>
          <p:nvPr/>
        </p:nvSpPr>
        <p:spPr>
          <a:xfrm>
            <a:off x="9325214" y="4434851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1DECA737-0708-FD38-E9E1-3EDD10FF1A2D}"/>
              </a:ext>
            </a:extLst>
          </p:cNvPr>
          <p:cNvSpPr/>
          <p:nvPr/>
        </p:nvSpPr>
        <p:spPr>
          <a:xfrm>
            <a:off x="9335348" y="591857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6F4F9307-DB51-6169-600B-D73DAA415219}"/>
              </a:ext>
            </a:extLst>
          </p:cNvPr>
          <p:cNvSpPr/>
          <p:nvPr/>
        </p:nvSpPr>
        <p:spPr>
          <a:xfrm>
            <a:off x="9335348" y="2691959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DD5D92BC-74D6-CCBC-387D-145AF0880B9C}"/>
              </a:ext>
            </a:extLst>
          </p:cNvPr>
          <p:cNvSpPr/>
          <p:nvPr/>
        </p:nvSpPr>
        <p:spPr>
          <a:xfrm>
            <a:off x="9595368" y="3215216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93395A47-2016-A329-9E60-68E39F4CB113}"/>
              </a:ext>
            </a:extLst>
          </p:cNvPr>
          <p:cNvSpPr/>
          <p:nvPr/>
        </p:nvSpPr>
        <p:spPr>
          <a:xfrm>
            <a:off x="9593446" y="4831074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BD063611-A376-3D00-7AED-AE2FADFEE2E3}"/>
              </a:ext>
            </a:extLst>
          </p:cNvPr>
          <p:cNvSpPr/>
          <p:nvPr/>
        </p:nvSpPr>
        <p:spPr>
          <a:xfrm>
            <a:off x="9586620" y="6457249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55978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4CC720A-8A64-E564-C6B1-A924EB8F6B98}"/>
              </a:ext>
            </a:extLst>
          </p:cNvPr>
          <p:cNvSpPr/>
          <p:nvPr/>
        </p:nvSpPr>
        <p:spPr>
          <a:xfrm>
            <a:off x="9553851" y="1272209"/>
            <a:ext cx="1854854" cy="558579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Request/Response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Requestor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18" idx="3"/>
          </p:cNvCxnSpPr>
          <p:nvPr/>
        </p:nvCxnSpPr>
        <p:spPr>
          <a:xfrm flipV="1">
            <a:off x="2386878" y="4402680"/>
            <a:ext cx="3447715" cy="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18" idx="0"/>
          </p:cNvCxnSpPr>
          <p:nvPr/>
        </p:nvCxnSpPr>
        <p:spPr>
          <a:xfrm flipH="1">
            <a:off x="6302500" y="4383936"/>
            <a:ext cx="3502622" cy="187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D8483-DD3A-0BA4-29EF-0E50FABF998F}"/>
              </a:ext>
            </a:extLst>
          </p:cNvPr>
          <p:cNvSpPr txBox="1"/>
          <p:nvPr/>
        </p:nvSpPr>
        <p:spPr>
          <a:xfrm>
            <a:off x="3014567" y="392668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5E6B26-F19D-F4B9-337D-6EF617CB937A}"/>
              </a:ext>
            </a:extLst>
          </p:cNvPr>
          <p:cNvSpPr/>
          <p:nvPr/>
        </p:nvSpPr>
        <p:spPr>
          <a:xfrm>
            <a:off x="9805122" y="209556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6863D6-429C-1031-3985-02693E9D1673}"/>
              </a:ext>
            </a:extLst>
          </p:cNvPr>
          <p:cNvSpPr/>
          <p:nvPr/>
        </p:nvSpPr>
        <p:spPr>
          <a:xfrm>
            <a:off x="9805122" y="534103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2478BF-432F-4F9C-B1D1-B51CCCBA1AD7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>
          <a:xfrm flipH="1">
            <a:off x="6357404" y="2761201"/>
            <a:ext cx="3447718" cy="16414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1E9F00-1597-5E26-22AB-6AB6176B81D6}"/>
              </a:ext>
            </a:extLst>
          </p:cNvPr>
          <p:cNvCxnSpPr>
            <a:cxnSpLocks/>
            <a:stCxn id="14" idx="1"/>
            <a:endCxn id="18" idx="1"/>
          </p:cNvCxnSpPr>
          <p:nvPr/>
        </p:nvCxnSpPr>
        <p:spPr>
          <a:xfrm flipH="1" flipV="1">
            <a:off x="6357404" y="4402680"/>
            <a:ext cx="3447718" cy="16039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08D925-B24B-72DF-6809-3A81B2E36DCA}"/>
              </a:ext>
            </a:extLst>
          </p:cNvPr>
          <p:cNvSpPr txBox="1"/>
          <p:nvPr/>
        </p:nvSpPr>
        <p:spPr>
          <a:xfrm>
            <a:off x="7453202" y="3242175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F3FA4C93-7E02-5C1F-3D4B-75457216CF46}"/>
              </a:ext>
            </a:extLst>
          </p:cNvPr>
          <p:cNvSpPr/>
          <p:nvPr/>
        </p:nvSpPr>
        <p:spPr>
          <a:xfrm>
            <a:off x="5387454" y="4507626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6EB89D79-885C-66F8-BD4C-0987E2518F60}"/>
              </a:ext>
            </a:extLst>
          </p:cNvPr>
          <p:cNvSpPr/>
          <p:nvPr/>
        </p:nvSpPr>
        <p:spPr>
          <a:xfrm>
            <a:off x="5387454" y="4967664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3F29613D-285A-081E-0DAF-7E4D4E7321A9}"/>
              </a:ext>
            </a:extLst>
          </p:cNvPr>
          <p:cNvSpPr/>
          <p:nvPr/>
        </p:nvSpPr>
        <p:spPr>
          <a:xfrm>
            <a:off x="5387454" y="543020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BB2E4-8ACE-2D40-09C5-3595F4920771}"/>
              </a:ext>
            </a:extLst>
          </p:cNvPr>
          <p:cNvSpPr txBox="1"/>
          <p:nvPr/>
        </p:nvSpPr>
        <p:spPr>
          <a:xfrm>
            <a:off x="7453198" y="4033347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AF604-DC5F-8FE3-1ACE-2A87AA842349}"/>
              </a:ext>
            </a:extLst>
          </p:cNvPr>
          <p:cNvSpPr txBox="1"/>
          <p:nvPr/>
        </p:nvSpPr>
        <p:spPr>
          <a:xfrm>
            <a:off x="7418650" y="5123971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25A2D3-7D7C-0BC6-A192-DD0B8A4618F0}"/>
              </a:ext>
            </a:extLst>
          </p:cNvPr>
          <p:cNvSpPr txBox="1"/>
          <p:nvPr/>
        </p:nvSpPr>
        <p:spPr>
          <a:xfrm>
            <a:off x="9761529" y="1485638"/>
            <a:ext cx="141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 group</a:t>
            </a:r>
            <a:endParaRPr lang="en-RU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E6E697A5-ED6E-421C-0AAC-610783B3FDEE}"/>
              </a:ext>
            </a:extLst>
          </p:cNvPr>
          <p:cNvSpPr/>
          <p:nvPr/>
        </p:nvSpPr>
        <p:spPr>
          <a:xfrm rot="5400000">
            <a:off x="5815613" y="4639554"/>
            <a:ext cx="183570" cy="437005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16DE2F4B-1508-B68A-A625-8D0297173033}"/>
              </a:ext>
            </a:extLst>
          </p:cNvPr>
          <p:cNvSpPr/>
          <p:nvPr/>
        </p:nvSpPr>
        <p:spPr>
          <a:xfrm rot="5400000">
            <a:off x="5816332" y="5130774"/>
            <a:ext cx="183570" cy="437005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66A9FF4C-755C-C178-55BB-BC143D2D2B1B}"/>
              </a:ext>
            </a:extLst>
          </p:cNvPr>
          <p:cNvSpPr/>
          <p:nvPr/>
        </p:nvSpPr>
        <p:spPr>
          <a:xfrm rot="5400000">
            <a:off x="5817887" y="5601547"/>
            <a:ext cx="183570" cy="437005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52B8EB-6772-2BFF-8A2F-ADC49FCD0D37}"/>
              </a:ext>
            </a:extLst>
          </p:cNvPr>
          <p:cNvCxnSpPr>
            <a:cxnSpLocks/>
            <a:stCxn id="9" idx="3"/>
            <a:endCxn id="22" idx="3"/>
          </p:cNvCxnSpPr>
          <p:nvPr/>
        </p:nvCxnSpPr>
        <p:spPr>
          <a:xfrm flipH="1">
            <a:off x="2680803" y="4858057"/>
            <a:ext cx="3008093" cy="15996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6FFD84-873B-E109-0F6E-FDA5030EA5B2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2680803" y="5018025"/>
            <a:ext cx="3008812" cy="33125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D3ED0E-85FD-C77C-531D-5AC87F1B51F1}"/>
              </a:ext>
            </a:extLst>
          </p:cNvPr>
          <p:cNvCxnSpPr>
            <a:cxnSpLocks/>
            <a:stCxn id="20" idx="3"/>
            <a:endCxn id="22" idx="3"/>
          </p:cNvCxnSpPr>
          <p:nvPr/>
        </p:nvCxnSpPr>
        <p:spPr>
          <a:xfrm flipH="1" flipV="1">
            <a:off x="2680803" y="5018025"/>
            <a:ext cx="3010367" cy="80202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amond 32">
            <a:extLst>
              <a:ext uri="{FF2B5EF4-FFF2-40B4-BE49-F238E27FC236}">
                <a16:creationId xmlns:a16="http://schemas.microsoft.com/office/drawing/2014/main" id="{A3D09950-C126-31D8-1AE2-EA6465C3C31F}"/>
              </a:ext>
            </a:extLst>
          </p:cNvPr>
          <p:cNvSpPr/>
          <p:nvPr/>
        </p:nvSpPr>
        <p:spPr>
          <a:xfrm>
            <a:off x="9325214" y="4434851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1DECA737-0708-FD38-E9E1-3EDD10FF1A2D}"/>
              </a:ext>
            </a:extLst>
          </p:cNvPr>
          <p:cNvSpPr/>
          <p:nvPr/>
        </p:nvSpPr>
        <p:spPr>
          <a:xfrm>
            <a:off x="9335348" y="591857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6F4F9307-DB51-6169-600B-D73DAA415219}"/>
              </a:ext>
            </a:extLst>
          </p:cNvPr>
          <p:cNvSpPr/>
          <p:nvPr/>
        </p:nvSpPr>
        <p:spPr>
          <a:xfrm>
            <a:off x="9335348" y="2691959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DD5D92BC-74D6-CCBC-387D-145AF0880B9C}"/>
              </a:ext>
            </a:extLst>
          </p:cNvPr>
          <p:cNvSpPr/>
          <p:nvPr/>
        </p:nvSpPr>
        <p:spPr>
          <a:xfrm>
            <a:off x="9595368" y="3215216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93395A47-2016-A329-9E60-68E39F4CB113}"/>
              </a:ext>
            </a:extLst>
          </p:cNvPr>
          <p:cNvSpPr/>
          <p:nvPr/>
        </p:nvSpPr>
        <p:spPr>
          <a:xfrm>
            <a:off x="9593446" y="4831074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BD063611-A376-3D00-7AED-AE2FADFEE2E3}"/>
              </a:ext>
            </a:extLst>
          </p:cNvPr>
          <p:cNvSpPr/>
          <p:nvPr/>
        </p:nvSpPr>
        <p:spPr>
          <a:xfrm>
            <a:off x="9586620" y="6457249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2AE10A-1C49-21C8-1D7F-E7358B2C2E0A}"/>
              </a:ext>
            </a:extLst>
          </p:cNvPr>
          <p:cNvSpPr txBox="1"/>
          <p:nvPr/>
        </p:nvSpPr>
        <p:spPr>
          <a:xfrm>
            <a:off x="5520748" y="5886794"/>
            <a:ext cx="781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INBOX</a:t>
            </a:r>
            <a:endParaRPr lang="en-RU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8312B03-686B-03CA-ACB4-22B91136DEDB}"/>
              </a:ext>
            </a:extLst>
          </p:cNvPr>
          <p:cNvSpPr/>
          <p:nvPr/>
        </p:nvSpPr>
        <p:spPr>
          <a:xfrm>
            <a:off x="1937373" y="4646310"/>
            <a:ext cx="743430" cy="743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000" dirty="0"/>
              <a:t>Sub</a:t>
            </a:r>
            <a:endParaRPr lang="en-RU" sz="2000" dirty="0"/>
          </a:p>
        </p:txBody>
      </p:sp>
    </p:spTree>
    <p:extLst>
      <p:ext uri="{BB962C8B-B14F-4D97-AF65-F5344CB8AC3E}">
        <p14:creationId xmlns:p14="http://schemas.microsoft.com/office/powerpoint/2010/main" val="2253156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4CC720A-8A64-E564-C6B1-A924EB8F6B98}"/>
              </a:ext>
            </a:extLst>
          </p:cNvPr>
          <p:cNvSpPr/>
          <p:nvPr/>
        </p:nvSpPr>
        <p:spPr>
          <a:xfrm>
            <a:off x="9553851" y="1272209"/>
            <a:ext cx="1854854" cy="5585791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Core: Request/Response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Requestor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18" idx="3"/>
          </p:cNvCxnSpPr>
          <p:nvPr/>
        </p:nvCxnSpPr>
        <p:spPr>
          <a:xfrm flipV="1">
            <a:off x="2386878" y="4402680"/>
            <a:ext cx="3447715" cy="259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18" idx="0"/>
          </p:cNvCxnSpPr>
          <p:nvPr/>
        </p:nvCxnSpPr>
        <p:spPr>
          <a:xfrm flipH="1">
            <a:off x="6302500" y="4383936"/>
            <a:ext cx="3502622" cy="187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D8483-DD3A-0BA4-29EF-0E50FABF998F}"/>
              </a:ext>
            </a:extLst>
          </p:cNvPr>
          <p:cNvSpPr txBox="1"/>
          <p:nvPr/>
        </p:nvSpPr>
        <p:spPr>
          <a:xfrm>
            <a:off x="3014567" y="392668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A5E6B26-F19D-F4B9-337D-6EF617CB937A}"/>
              </a:ext>
            </a:extLst>
          </p:cNvPr>
          <p:cNvSpPr/>
          <p:nvPr/>
        </p:nvSpPr>
        <p:spPr>
          <a:xfrm>
            <a:off x="9805122" y="209556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6863D6-429C-1031-3985-02693E9D1673}"/>
              </a:ext>
            </a:extLst>
          </p:cNvPr>
          <p:cNvSpPr/>
          <p:nvPr/>
        </p:nvSpPr>
        <p:spPr>
          <a:xfrm>
            <a:off x="9805122" y="534103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Responder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2478BF-432F-4F9C-B1D1-B51CCCBA1AD7}"/>
              </a:ext>
            </a:extLst>
          </p:cNvPr>
          <p:cNvCxnSpPr>
            <a:cxnSpLocks/>
            <a:stCxn id="12" idx="1"/>
            <a:endCxn id="18" idx="1"/>
          </p:cNvCxnSpPr>
          <p:nvPr/>
        </p:nvCxnSpPr>
        <p:spPr>
          <a:xfrm flipH="1">
            <a:off x="6357404" y="2761201"/>
            <a:ext cx="3447718" cy="164147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71E9F00-1597-5E26-22AB-6AB6176B81D6}"/>
              </a:ext>
            </a:extLst>
          </p:cNvPr>
          <p:cNvCxnSpPr>
            <a:cxnSpLocks/>
            <a:stCxn id="14" idx="1"/>
            <a:endCxn id="18" idx="1"/>
          </p:cNvCxnSpPr>
          <p:nvPr/>
        </p:nvCxnSpPr>
        <p:spPr>
          <a:xfrm flipH="1" flipV="1">
            <a:off x="6357404" y="4402680"/>
            <a:ext cx="3447718" cy="160399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508D925-B24B-72DF-6809-3A81B2E36DCA}"/>
              </a:ext>
            </a:extLst>
          </p:cNvPr>
          <p:cNvSpPr txBox="1"/>
          <p:nvPr/>
        </p:nvSpPr>
        <p:spPr>
          <a:xfrm>
            <a:off x="7453202" y="3242175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28" name="Diamond 27">
            <a:extLst>
              <a:ext uri="{FF2B5EF4-FFF2-40B4-BE49-F238E27FC236}">
                <a16:creationId xmlns:a16="http://schemas.microsoft.com/office/drawing/2014/main" id="{F3FA4C93-7E02-5C1F-3D4B-75457216CF46}"/>
              </a:ext>
            </a:extLst>
          </p:cNvPr>
          <p:cNvSpPr/>
          <p:nvPr/>
        </p:nvSpPr>
        <p:spPr>
          <a:xfrm>
            <a:off x="5387454" y="4507626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29" name="Diamond 28">
            <a:extLst>
              <a:ext uri="{FF2B5EF4-FFF2-40B4-BE49-F238E27FC236}">
                <a16:creationId xmlns:a16="http://schemas.microsoft.com/office/drawing/2014/main" id="{6EB89D79-885C-66F8-BD4C-0987E2518F60}"/>
              </a:ext>
            </a:extLst>
          </p:cNvPr>
          <p:cNvSpPr/>
          <p:nvPr/>
        </p:nvSpPr>
        <p:spPr>
          <a:xfrm>
            <a:off x="5387454" y="4967664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0" name="Diamond 29">
            <a:extLst>
              <a:ext uri="{FF2B5EF4-FFF2-40B4-BE49-F238E27FC236}">
                <a16:creationId xmlns:a16="http://schemas.microsoft.com/office/drawing/2014/main" id="{3F29613D-285A-081E-0DAF-7E4D4E7321A9}"/>
              </a:ext>
            </a:extLst>
          </p:cNvPr>
          <p:cNvSpPr/>
          <p:nvPr/>
        </p:nvSpPr>
        <p:spPr>
          <a:xfrm>
            <a:off x="5387454" y="543020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BB2E4-8ACE-2D40-09C5-3595F4920771}"/>
              </a:ext>
            </a:extLst>
          </p:cNvPr>
          <p:cNvSpPr txBox="1"/>
          <p:nvPr/>
        </p:nvSpPr>
        <p:spPr>
          <a:xfrm>
            <a:off x="7453198" y="4033347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AF604-DC5F-8FE3-1ACE-2A87AA842349}"/>
              </a:ext>
            </a:extLst>
          </p:cNvPr>
          <p:cNvSpPr txBox="1"/>
          <p:nvPr/>
        </p:nvSpPr>
        <p:spPr>
          <a:xfrm>
            <a:off x="7418650" y="5123971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25A2D3-7D7C-0BC6-A192-DD0B8A4618F0}"/>
              </a:ext>
            </a:extLst>
          </p:cNvPr>
          <p:cNvSpPr txBox="1"/>
          <p:nvPr/>
        </p:nvSpPr>
        <p:spPr>
          <a:xfrm>
            <a:off x="9761529" y="1485638"/>
            <a:ext cx="1418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Queue group</a:t>
            </a:r>
            <a:endParaRPr lang="en-RU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E6E697A5-ED6E-421C-0AAC-610783B3FDEE}"/>
              </a:ext>
            </a:extLst>
          </p:cNvPr>
          <p:cNvSpPr/>
          <p:nvPr/>
        </p:nvSpPr>
        <p:spPr>
          <a:xfrm rot="5400000">
            <a:off x="5815613" y="4639554"/>
            <a:ext cx="183570" cy="437005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16DE2F4B-1508-B68A-A625-8D0297173033}"/>
              </a:ext>
            </a:extLst>
          </p:cNvPr>
          <p:cNvSpPr/>
          <p:nvPr/>
        </p:nvSpPr>
        <p:spPr>
          <a:xfrm rot="5400000">
            <a:off x="5816332" y="5130774"/>
            <a:ext cx="183570" cy="437005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0" name="Can 19">
            <a:extLst>
              <a:ext uri="{FF2B5EF4-FFF2-40B4-BE49-F238E27FC236}">
                <a16:creationId xmlns:a16="http://schemas.microsoft.com/office/drawing/2014/main" id="{66A9FF4C-755C-C178-55BB-BC143D2D2B1B}"/>
              </a:ext>
            </a:extLst>
          </p:cNvPr>
          <p:cNvSpPr/>
          <p:nvPr/>
        </p:nvSpPr>
        <p:spPr>
          <a:xfrm rot="5400000">
            <a:off x="5817887" y="5601547"/>
            <a:ext cx="183570" cy="437005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9707C62-A690-B314-8D65-1BB3EFCF823A}"/>
              </a:ext>
            </a:extLst>
          </p:cNvPr>
          <p:cNvCxnSpPr>
            <a:cxnSpLocks/>
            <a:stCxn id="51" idx="1"/>
            <a:endCxn id="20" idx="1"/>
          </p:cNvCxnSpPr>
          <p:nvPr/>
        </p:nvCxnSpPr>
        <p:spPr>
          <a:xfrm flipH="1" flipV="1">
            <a:off x="6128175" y="5820050"/>
            <a:ext cx="3458445" cy="85570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7C8D58F-E9E0-B24F-0BF6-A4FF338EF8CE}"/>
              </a:ext>
            </a:extLst>
          </p:cNvPr>
          <p:cNvCxnSpPr>
            <a:cxnSpLocks/>
            <a:stCxn id="48" idx="1"/>
            <a:endCxn id="10" idx="1"/>
          </p:cNvCxnSpPr>
          <p:nvPr/>
        </p:nvCxnSpPr>
        <p:spPr>
          <a:xfrm flipH="1">
            <a:off x="6126620" y="5049576"/>
            <a:ext cx="3466826" cy="29970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9558B14-670E-DCFE-33E3-2D7607523D10}"/>
              </a:ext>
            </a:extLst>
          </p:cNvPr>
          <p:cNvCxnSpPr>
            <a:cxnSpLocks/>
            <a:stCxn id="47" idx="1"/>
            <a:endCxn id="9" idx="1"/>
          </p:cNvCxnSpPr>
          <p:nvPr/>
        </p:nvCxnSpPr>
        <p:spPr>
          <a:xfrm flipH="1">
            <a:off x="6125901" y="3433718"/>
            <a:ext cx="3469467" cy="142433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52B8EB-6772-2BFF-8A2F-ADC49FCD0D37}"/>
              </a:ext>
            </a:extLst>
          </p:cNvPr>
          <p:cNvCxnSpPr>
            <a:cxnSpLocks/>
            <a:stCxn id="9" idx="3"/>
            <a:endCxn id="22" idx="3"/>
          </p:cNvCxnSpPr>
          <p:nvPr/>
        </p:nvCxnSpPr>
        <p:spPr>
          <a:xfrm flipH="1">
            <a:off x="2680803" y="4858057"/>
            <a:ext cx="3008093" cy="15996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66FFD84-873B-E109-0F6E-FDA5030EA5B2}"/>
              </a:ext>
            </a:extLst>
          </p:cNvPr>
          <p:cNvCxnSpPr>
            <a:cxnSpLocks/>
            <a:endCxn id="22" idx="3"/>
          </p:cNvCxnSpPr>
          <p:nvPr/>
        </p:nvCxnSpPr>
        <p:spPr>
          <a:xfrm flipH="1" flipV="1">
            <a:off x="2680803" y="5018025"/>
            <a:ext cx="3008812" cy="33125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3D3ED0E-85FD-C77C-531D-5AC87F1B51F1}"/>
              </a:ext>
            </a:extLst>
          </p:cNvPr>
          <p:cNvCxnSpPr>
            <a:cxnSpLocks/>
            <a:stCxn id="20" idx="3"/>
            <a:endCxn id="22" idx="3"/>
          </p:cNvCxnSpPr>
          <p:nvPr/>
        </p:nvCxnSpPr>
        <p:spPr>
          <a:xfrm flipH="1" flipV="1">
            <a:off x="2680803" y="5018025"/>
            <a:ext cx="3010367" cy="80202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Diamond 32">
            <a:extLst>
              <a:ext uri="{FF2B5EF4-FFF2-40B4-BE49-F238E27FC236}">
                <a16:creationId xmlns:a16="http://schemas.microsoft.com/office/drawing/2014/main" id="{A3D09950-C126-31D8-1AE2-EA6465C3C31F}"/>
              </a:ext>
            </a:extLst>
          </p:cNvPr>
          <p:cNvSpPr/>
          <p:nvPr/>
        </p:nvSpPr>
        <p:spPr>
          <a:xfrm>
            <a:off x="9325214" y="4434851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37" name="Diamond 36">
            <a:extLst>
              <a:ext uri="{FF2B5EF4-FFF2-40B4-BE49-F238E27FC236}">
                <a16:creationId xmlns:a16="http://schemas.microsoft.com/office/drawing/2014/main" id="{1DECA737-0708-FD38-E9E1-3EDD10FF1A2D}"/>
              </a:ext>
            </a:extLst>
          </p:cNvPr>
          <p:cNvSpPr/>
          <p:nvPr/>
        </p:nvSpPr>
        <p:spPr>
          <a:xfrm>
            <a:off x="9335348" y="5918573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40" name="Diamond 39">
            <a:extLst>
              <a:ext uri="{FF2B5EF4-FFF2-40B4-BE49-F238E27FC236}">
                <a16:creationId xmlns:a16="http://schemas.microsoft.com/office/drawing/2014/main" id="{6F4F9307-DB51-6169-600B-D73DAA415219}"/>
              </a:ext>
            </a:extLst>
          </p:cNvPr>
          <p:cNvSpPr/>
          <p:nvPr/>
        </p:nvSpPr>
        <p:spPr>
          <a:xfrm>
            <a:off x="9335348" y="2691959"/>
            <a:ext cx="437004" cy="437004"/>
          </a:xfrm>
          <a:prstGeom prst="diamon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DD5D92BC-74D6-CCBC-387D-145AF0880B9C}"/>
              </a:ext>
            </a:extLst>
          </p:cNvPr>
          <p:cNvSpPr/>
          <p:nvPr/>
        </p:nvSpPr>
        <p:spPr>
          <a:xfrm>
            <a:off x="9595368" y="3215216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93395A47-2016-A329-9E60-68E39F4CB113}"/>
              </a:ext>
            </a:extLst>
          </p:cNvPr>
          <p:cNvSpPr/>
          <p:nvPr/>
        </p:nvSpPr>
        <p:spPr>
          <a:xfrm>
            <a:off x="9593446" y="4831074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1" name="Diamond 50">
            <a:extLst>
              <a:ext uri="{FF2B5EF4-FFF2-40B4-BE49-F238E27FC236}">
                <a16:creationId xmlns:a16="http://schemas.microsoft.com/office/drawing/2014/main" id="{BD063611-A376-3D00-7AED-AE2FADFEE2E3}"/>
              </a:ext>
            </a:extLst>
          </p:cNvPr>
          <p:cNvSpPr/>
          <p:nvPr/>
        </p:nvSpPr>
        <p:spPr>
          <a:xfrm>
            <a:off x="9586620" y="6457249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B7F1FA-EF79-5483-B86F-29DF8D813077}"/>
              </a:ext>
            </a:extLst>
          </p:cNvPr>
          <p:cNvSpPr/>
          <p:nvPr/>
        </p:nvSpPr>
        <p:spPr>
          <a:xfrm>
            <a:off x="1937373" y="4646310"/>
            <a:ext cx="743430" cy="7434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2000" dirty="0"/>
              <a:t>Sub</a:t>
            </a:r>
            <a:endParaRPr lang="en-RU" sz="2000" dirty="0"/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881CF3C3-9DA4-6CD5-A56D-465B65DB4021}"/>
              </a:ext>
            </a:extLst>
          </p:cNvPr>
          <p:cNvSpPr/>
          <p:nvPr/>
        </p:nvSpPr>
        <p:spPr>
          <a:xfrm>
            <a:off x="2435644" y="4615164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512CEA0B-9506-20A8-C52F-2570DB9C5E96}"/>
              </a:ext>
            </a:extLst>
          </p:cNvPr>
          <p:cNvSpPr/>
          <p:nvPr/>
        </p:nvSpPr>
        <p:spPr>
          <a:xfrm>
            <a:off x="2656636" y="4726147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03E9120D-69EA-1229-B9DD-5D0AA26C44DF}"/>
              </a:ext>
            </a:extLst>
          </p:cNvPr>
          <p:cNvSpPr/>
          <p:nvPr/>
        </p:nvSpPr>
        <p:spPr>
          <a:xfrm>
            <a:off x="2855899" y="4805279"/>
            <a:ext cx="437004" cy="437004"/>
          </a:xfrm>
          <a:prstGeom prst="diamond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35315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64C1D-FCAD-E10A-13D3-E90EDCC2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E369-4806-5DE5-A238-9559FF8F0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/>
              <a:t>NATS Core</a:t>
            </a:r>
            <a:r>
              <a:rPr lang="en-US" dirty="0"/>
              <a:t>: Messaging</a:t>
            </a:r>
            <a:endParaRPr lang="en-RU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A680670-9684-FC46-17DB-FE24B71328CA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F3ECFC-C4CA-B917-F8BA-FCEE282091BA}"/>
              </a:ext>
            </a:extLst>
          </p:cNvPr>
          <p:cNvSpPr/>
          <p:nvPr/>
        </p:nvSpPr>
        <p:spPr>
          <a:xfrm>
            <a:off x="3991565" y="425612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749400-2B5C-7D69-7569-286D4B113138}"/>
              </a:ext>
            </a:extLst>
          </p:cNvPr>
          <p:cNvSpPr/>
          <p:nvPr/>
        </p:nvSpPr>
        <p:spPr>
          <a:xfrm>
            <a:off x="6609301" y="4256129"/>
            <a:ext cx="1668780" cy="166878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JetStream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D3E34A-4BBA-B295-28D7-FD206BA2AE3F}"/>
              </a:ext>
            </a:extLst>
          </p:cNvPr>
          <p:cNvSpPr/>
          <p:nvPr/>
        </p:nvSpPr>
        <p:spPr>
          <a:xfrm>
            <a:off x="5261610" y="2167790"/>
            <a:ext cx="1668780" cy="166878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3041908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D704F0-1086-DDD0-3438-96B6C5C3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Clustering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07611-F71A-8CE9-E62E-8DB896C2B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174916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7590-AFCC-9DF7-424A-318604B1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Single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898BC9-1103-DC79-9E37-497A18C82479}"/>
              </a:ext>
            </a:extLst>
          </p:cNvPr>
          <p:cNvSpPr/>
          <p:nvPr/>
        </p:nvSpPr>
        <p:spPr>
          <a:xfrm>
            <a:off x="5261610" y="2594610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6" name="Quad Arrow 5">
            <a:extLst>
              <a:ext uri="{FF2B5EF4-FFF2-40B4-BE49-F238E27FC236}">
                <a16:creationId xmlns:a16="http://schemas.microsoft.com/office/drawing/2014/main" id="{5686ED82-7B1A-CDF4-339A-D28D2C3666C7}"/>
              </a:ext>
            </a:extLst>
          </p:cNvPr>
          <p:cNvSpPr/>
          <p:nvPr/>
        </p:nvSpPr>
        <p:spPr>
          <a:xfrm rot="2700000">
            <a:off x="5487924" y="2820924"/>
            <a:ext cx="1216152" cy="1216152"/>
          </a:xfrm>
          <a:prstGeom prst="quadArrow">
            <a:avLst>
              <a:gd name="adj1" fmla="val 10538"/>
              <a:gd name="adj2" fmla="val 12531"/>
              <a:gd name="adj3" fmla="val 1386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030F00-61E0-1923-2AEA-A3D48892BC58}"/>
              </a:ext>
            </a:extLst>
          </p:cNvPr>
          <p:cNvSpPr/>
          <p:nvPr/>
        </p:nvSpPr>
        <p:spPr>
          <a:xfrm>
            <a:off x="231489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565A40-952C-7367-5652-F960833E45C5}"/>
              </a:ext>
            </a:extLst>
          </p:cNvPr>
          <p:cNvSpPr/>
          <p:nvPr/>
        </p:nvSpPr>
        <p:spPr>
          <a:xfrm>
            <a:off x="854583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27FA2-B9C8-1404-5303-D8495D653BA3}"/>
              </a:ext>
            </a:extLst>
          </p:cNvPr>
          <p:cNvCxnSpPr>
            <a:stCxn id="7" idx="3"/>
            <a:endCxn id="5" idx="2"/>
          </p:cNvCxnSpPr>
          <p:nvPr/>
        </p:nvCxnSpPr>
        <p:spPr>
          <a:xfrm>
            <a:off x="3646170" y="3429000"/>
            <a:ext cx="161544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455559-8511-9724-36A9-0C2187CF325B}"/>
              </a:ext>
            </a:extLst>
          </p:cNvPr>
          <p:cNvCxnSpPr>
            <a:cxnSpLocks/>
            <a:stCxn id="8" idx="1"/>
            <a:endCxn id="5" idx="6"/>
          </p:cNvCxnSpPr>
          <p:nvPr/>
        </p:nvCxnSpPr>
        <p:spPr>
          <a:xfrm flipH="1">
            <a:off x="6930390" y="3429000"/>
            <a:ext cx="161544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568487-098B-B5BE-9CC6-FC4262D7A409}"/>
              </a:ext>
            </a:extLst>
          </p:cNvPr>
          <p:cNvSpPr/>
          <p:nvPr/>
        </p:nvSpPr>
        <p:spPr>
          <a:xfrm>
            <a:off x="393033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A50A97-0C3D-71CD-5199-801E5AB1E446}"/>
              </a:ext>
            </a:extLst>
          </p:cNvPr>
          <p:cNvCxnSpPr>
            <a:cxnSpLocks/>
            <a:stCxn id="14" idx="0"/>
            <a:endCxn id="5" idx="3"/>
          </p:cNvCxnSpPr>
          <p:nvPr/>
        </p:nvCxnSpPr>
        <p:spPr>
          <a:xfrm flipV="1">
            <a:off x="4595970" y="4019003"/>
            <a:ext cx="910027" cy="11425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934890-98FF-F796-8106-B463C59796DC}"/>
              </a:ext>
            </a:extLst>
          </p:cNvPr>
          <p:cNvSpPr/>
          <p:nvPr/>
        </p:nvSpPr>
        <p:spPr>
          <a:xfrm>
            <a:off x="693039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633B18-7F52-CE00-1B02-744D1C51A165}"/>
              </a:ext>
            </a:extLst>
          </p:cNvPr>
          <p:cNvCxnSpPr>
            <a:cxnSpLocks/>
            <a:stCxn id="18" idx="0"/>
            <a:endCxn id="5" idx="5"/>
          </p:cNvCxnSpPr>
          <p:nvPr/>
        </p:nvCxnSpPr>
        <p:spPr>
          <a:xfrm flipH="1" flipV="1">
            <a:off x="6686003" y="4019003"/>
            <a:ext cx="910027" cy="11425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579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7590-AFCC-9DF7-424A-318604B1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Single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898BC9-1103-DC79-9E37-497A18C82479}"/>
              </a:ext>
            </a:extLst>
          </p:cNvPr>
          <p:cNvSpPr/>
          <p:nvPr/>
        </p:nvSpPr>
        <p:spPr>
          <a:xfrm>
            <a:off x="5261610" y="2594610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030F00-61E0-1923-2AEA-A3D48892BC58}"/>
              </a:ext>
            </a:extLst>
          </p:cNvPr>
          <p:cNvSpPr/>
          <p:nvPr/>
        </p:nvSpPr>
        <p:spPr>
          <a:xfrm>
            <a:off x="231489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565A40-952C-7367-5652-F960833E45C5}"/>
              </a:ext>
            </a:extLst>
          </p:cNvPr>
          <p:cNvSpPr/>
          <p:nvPr/>
        </p:nvSpPr>
        <p:spPr>
          <a:xfrm>
            <a:off x="854583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27FA2-B9C8-1404-5303-D8495D653BA3}"/>
              </a:ext>
            </a:extLst>
          </p:cNvPr>
          <p:cNvCxnSpPr>
            <a:stCxn id="7" idx="3"/>
            <a:endCxn id="5" idx="2"/>
          </p:cNvCxnSpPr>
          <p:nvPr/>
        </p:nvCxnSpPr>
        <p:spPr>
          <a:xfrm>
            <a:off x="3646170" y="3429000"/>
            <a:ext cx="161544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455559-8511-9724-36A9-0C2187CF325B}"/>
              </a:ext>
            </a:extLst>
          </p:cNvPr>
          <p:cNvCxnSpPr>
            <a:cxnSpLocks/>
            <a:stCxn id="8" idx="1"/>
            <a:endCxn id="5" idx="6"/>
          </p:cNvCxnSpPr>
          <p:nvPr/>
        </p:nvCxnSpPr>
        <p:spPr>
          <a:xfrm flipH="1">
            <a:off x="6930390" y="3429000"/>
            <a:ext cx="1615440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568487-098B-B5BE-9CC6-FC4262D7A409}"/>
              </a:ext>
            </a:extLst>
          </p:cNvPr>
          <p:cNvSpPr/>
          <p:nvPr/>
        </p:nvSpPr>
        <p:spPr>
          <a:xfrm>
            <a:off x="393033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A50A97-0C3D-71CD-5199-801E5AB1E446}"/>
              </a:ext>
            </a:extLst>
          </p:cNvPr>
          <p:cNvCxnSpPr>
            <a:cxnSpLocks/>
            <a:stCxn id="14" idx="0"/>
            <a:endCxn id="5" idx="3"/>
          </p:cNvCxnSpPr>
          <p:nvPr/>
        </p:nvCxnSpPr>
        <p:spPr>
          <a:xfrm flipV="1">
            <a:off x="4595970" y="4019003"/>
            <a:ext cx="910027" cy="11425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934890-98FF-F796-8106-B463C59796DC}"/>
              </a:ext>
            </a:extLst>
          </p:cNvPr>
          <p:cNvSpPr/>
          <p:nvPr/>
        </p:nvSpPr>
        <p:spPr>
          <a:xfrm>
            <a:off x="693039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633B18-7F52-CE00-1B02-744D1C51A165}"/>
              </a:ext>
            </a:extLst>
          </p:cNvPr>
          <p:cNvCxnSpPr>
            <a:cxnSpLocks/>
            <a:stCxn id="18" idx="0"/>
            <a:endCxn id="5" idx="5"/>
          </p:cNvCxnSpPr>
          <p:nvPr/>
        </p:nvCxnSpPr>
        <p:spPr>
          <a:xfrm flipH="1" flipV="1">
            <a:off x="6686003" y="4019003"/>
            <a:ext cx="910027" cy="114259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5017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7590-AFCC-9DF7-424A-318604B1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Cluster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898BC9-1103-DC79-9E37-497A18C82479}"/>
              </a:ext>
            </a:extLst>
          </p:cNvPr>
          <p:cNvSpPr/>
          <p:nvPr/>
        </p:nvSpPr>
        <p:spPr>
          <a:xfrm>
            <a:off x="4413885" y="1928970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030F00-61E0-1923-2AEA-A3D48892BC58}"/>
              </a:ext>
            </a:extLst>
          </p:cNvPr>
          <p:cNvSpPr/>
          <p:nvPr/>
        </p:nvSpPr>
        <p:spPr>
          <a:xfrm>
            <a:off x="231489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565A40-952C-7367-5652-F960833E45C5}"/>
              </a:ext>
            </a:extLst>
          </p:cNvPr>
          <p:cNvSpPr/>
          <p:nvPr/>
        </p:nvSpPr>
        <p:spPr>
          <a:xfrm>
            <a:off x="854583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27FA2-B9C8-1404-5303-D8495D653BA3}"/>
              </a:ext>
            </a:extLst>
          </p:cNvPr>
          <p:cNvCxnSpPr>
            <a:cxnSpLocks/>
            <a:stCxn id="7" idx="3"/>
            <a:endCxn id="5" idx="3"/>
          </p:cNvCxnSpPr>
          <p:nvPr/>
        </p:nvCxnSpPr>
        <p:spPr>
          <a:xfrm flipV="1">
            <a:off x="3646170" y="3065289"/>
            <a:ext cx="962676" cy="3637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455559-8511-9724-36A9-0C2187CF325B}"/>
              </a:ext>
            </a:extLst>
          </p:cNvPr>
          <p:cNvCxnSpPr>
            <a:cxnSpLocks/>
            <a:stCxn id="8" idx="1"/>
            <a:endCxn id="21" idx="5"/>
          </p:cNvCxnSpPr>
          <p:nvPr/>
        </p:nvCxnSpPr>
        <p:spPr>
          <a:xfrm flipH="1" flipV="1">
            <a:off x="7576980" y="3065289"/>
            <a:ext cx="968850" cy="3637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568487-098B-B5BE-9CC6-FC4262D7A409}"/>
              </a:ext>
            </a:extLst>
          </p:cNvPr>
          <p:cNvSpPr/>
          <p:nvPr/>
        </p:nvSpPr>
        <p:spPr>
          <a:xfrm>
            <a:off x="393033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A50A97-0C3D-71CD-5199-801E5AB1E446}"/>
              </a:ext>
            </a:extLst>
          </p:cNvPr>
          <p:cNvCxnSpPr>
            <a:cxnSpLocks/>
            <a:stCxn id="14" idx="0"/>
            <a:endCxn id="22" idx="3"/>
          </p:cNvCxnSpPr>
          <p:nvPr/>
        </p:nvCxnSpPr>
        <p:spPr>
          <a:xfrm flipV="1">
            <a:off x="4595970" y="4681601"/>
            <a:ext cx="981726" cy="4799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934890-98FF-F796-8106-B463C59796DC}"/>
              </a:ext>
            </a:extLst>
          </p:cNvPr>
          <p:cNvSpPr/>
          <p:nvPr/>
        </p:nvSpPr>
        <p:spPr>
          <a:xfrm>
            <a:off x="693039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633B18-7F52-CE00-1B02-744D1C51A165}"/>
              </a:ext>
            </a:extLst>
          </p:cNvPr>
          <p:cNvCxnSpPr>
            <a:cxnSpLocks/>
            <a:stCxn id="18" idx="0"/>
            <a:endCxn id="22" idx="5"/>
          </p:cNvCxnSpPr>
          <p:nvPr/>
        </p:nvCxnSpPr>
        <p:spPr>
          <a:xfrm flipH="1" flipV="1">
            <a:off x="6519054" y="4681601"/>
            <a:ext cx="1076976" cy="4799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A4ED9B0-D73F-42ED-D1FB-BE41BC96BFBD}"/>
              </a:ext>
            </a:extLst>
          </p:cNvPr>
          <p:cNvSpPr/>
          <p:nvPr/>
        </p:nvSpPr>
        <p:spPr>
          <a:xfrm>
            <a:off x="6440661" y="1928970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61BB98-B847-22D4-06DB-48E23BC6CF09}"/>
              </a:ext>
            </a:extLst>
          </p:cNvPr>
          <p:cNvSpPr/>
          <p:nvPr/>
        </p:nvSpPr>
        <p:spPr>
          <a:xfrm>
            <a:off x="5382735" y="3545282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656621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7590-AFCC-9DF7-424A-318604B1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Cluster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898BC9-1103-DC79-9E37-497A18C82479}"/>
              </a:ext>
            </a:extLst>
          </p:cNvPr>
          <p:cNvSpPr/>
          <p:nvPr/>
        </p:nvSpPr>
        <p:spPr>
          <a:xfrm>
            <a:off x="4413885" y="1928970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030F00-61E0-1923-2AEA-A3D48892BC58}"/>
              </a:ext>
            </a:extLst>
          </p:cNvPr>
          <p:cNvSpPr/>
          <p:nvPr/>
        </p:nvSpPr>
        <p:spPr>
          <a:xfrm>
            <a:off x="231489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565A40-952C-7367-5652-F960833E45C5}"/>
              </a:ext>
            </a:extLst>
          </p:cNvPr>
          <p:cNvSpPr/>
          <p:nvPr/>
        </p:nvSpPr>
        <p:spPr>
          <a:xfrm>
            <a:off x="854583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27FA2-B9C8-1404-5303-D8495D653BA3}"/>
              </a:ext>
            </a:extLst>
          </p:cNvPr>
          <p:cNvCxnSpPr>
            <a:cxnSpLocks/>
            <a:stCxn id="7" idx="3"/>
            <a:endCxn id="5" idx="3"/>
          </p:cNvCxnSpPr>
          <p:nvPr/>
        </p:nvCxnSpPr>
        <p:spPr>
          <a:xfrm flipV="1">
            <a:off x="3646170" y="3065289"/>
            <a:ext cx="962676" cy="3637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455559-8511-9724-36A9-0C2187CF325B}"/>
              </a:ext>
            </a:extLst>
          </p:cNvPr>
          <p:cNvCxnSpPr>
            <a:cxnSpLocks/>
            <a:stCxn id="8" idx="1"/>
            <a:endCxn id="21" idx="5"/>
          </p:cNvCxnSpPr>
          <p:nvPr/>
        </p:nvCxnSpPr>
        <p:spPr>
          <a:xfrm flipH="1" flipV="1">
            <a:off x="7576980" y="3065289"/>
            <a:ext cx="968850" cy="3637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568487-098B-B5BE-9CC6-FC4262D7A409}"/>
              </a:ext>
            </a:extLst>
          </p:cNvPr>
          <p:cNvSpPr/>
          <p:nvPr/>
        </p:nvSpPr>
        <p:spPr>
          <a:xfrm>
            <a:off x="393033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A50A97-0C3D-71CD-5199-801E5AB1E446}"/>
              </a:ext>
            </a:extLst>
          </p:cNvPr>
          <p:cNvCxnSpPr>
            <a:cxnSpLocks/>
            <a:stCxn id="14" idx="0"/>
            <a:endCxn id="22" idx="3"/>
          </p:cNvCxnSpPr>
          <p:nvPr/>
        </p:nvCxnSpPr>
        <p:spPr>
          <a:xfrm flipV="1">
            <a:off x="4595970" y="4681601"/>
            <a:ext cx="981726" cy="4799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934890-98FF-F796-8106-B463C59796DC}"/>
              </a:ext>
            </a:extLst>
          </p:cNvPr>
          <p:cNvSpPr/>
          <p:nvPr/>
        </p:nvSpPr>
        <p:spPr>
          <a:xfrm>
            <a:off x="693039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633B18-7F52-CE00-1B02-744D1C51A165}"/>
              </a:ext>
            </a:extLst>
          </p:cNvPr>
          <p:cNvCxnSpPr>
            <a:cxnSpLocks/>
            <a:stCxn id="18" idx="0"/>
            <a:endCxn id="22" idx="5"/>
          </p:cNvCxnSpPr>
          <p:nvPr/>
        </p:nvCxnSpPr>
        <p:spPr>
          <a:xfrm flipH="1" flipV="1">
            <a:off x="6519054" y="4681601"/>
            <a:ext cx="1076976" cy="4799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A4ED9B0-D73F-42ED-D1FB-BE41BC96BFBD}"/>
              </a:ext>
            </a:extLst>
          </p:cNvPr>
          <p:cNvSpPr/>
          <p:nvPr/>
        </p:nvSpPr>
        <p:spPr>
          <a:xfrm>
            <a:off x="6440661" y="1928970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61BB98-B847-22D4-06DB-48E23BC6CF09}"/>
              </a:ext>
            </a:extLst>
          </p:cNvPr>
          <p:cNvSpPr/>
          <p:nvPr/>
        </p:nvSpPr>
        <p:spPr>
          <a:xfrm>
            <a:off x="5382735" y="3545282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88EA6A4-D3D5-357A-B87D-4340C5381C29}"/>
              </a:ext>
            </a:extLst>
          </p:cNvPr>
          <p:cNvCxnSpPr>
            <a:cxnSpLocks/>
            <a:stCxn id="21" idx="2"/>
            <a:endCxn id="5" idx="6"/>
          </p:cNvCxnSpPr>
          <p:nvPr/>
        </p:nvCxnSpPr>
        <p:spPr>
          <a:xfrm flipH="1">
            <a:off x="5745165" y="2594610"/>
            <a:ext cx="695496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AA5EEF-E876-6EE4-07C3-F0B1F9AF115F}"/>
              </a:ext>
            </a:extLst>
          </p:cNvPr>
          <p:cNvCxnSpPr>
            <a:cxnSpLocks/>
          </p:cNvCxnSpPr>
          <p:nvPr/>
        </p:nvCxnSpPr>
        <p:spPr>
          <a:xfrm flipH="1" flipV="1">
            <a:off x="5382735" y="3260250"/>
            <a:ext cx="194961" cy="33750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9FC9E95-DD25-4B03-AF1A-C39DCDCC01C5}"/>
              </a:ext>
            </a:extLst>
          </p:cNvPr>
          <p:cNvCxnSpPr>
            <a:cxnSpLocks/>
          </p:cNvCxnSpPr>
          <p:nvPr/>
        </p:nvCxnSpPr>
        <p:spPr>
          <a:xfrm flipV="1">
            <a:off x="6440661" y="3260250"/>
            <a:ext cx="273354" cy="33750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80966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7590-AFCC-9DF7-424A-318604B1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Cluster Routing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898BC9-1103-DC79-9E37-497A18C82479}"/>
              </a:ext>
            </a:extLst>
          </p:cNvPr>
          <p:cNvSpPr/>
          <p:nvPr/>
        </p:nvSpPr>
        <p:spPr>
          <a:xfrm>
            <a:off x="4413885" y="1928970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030F00-61E0-1923-2AEA-A3D48892BC58}"/>
              </a:ext>
            </a:extLst>
          </p:cNvPr>
          <p:cNvSpPr/>
          <p:nvPr/>
        </p:nvSpPr>
        <p:spPr>
          <a:xfrm>
            <a:off x="231489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565A40-952C-7367-5652-F960833E45C5}"/>
              </a:ext>
            </a:extLst>
          </p:cNvPr>
          <p:cNvSpPr/>
          <p:nvPr/>
        </p:nvSpPr>
        <p:spPr>
          <a:xfrm>
            <a:off x="854583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27FA2-B9C8-1404-5303-D8495D653BA3}"/>
              </a:ext>
            </a:extLst>
          </p:cNvPr>
          <p:cNvCxnSpPr>
            <a:cxnSpLocks/>
            <a:stCxn id="7" idx="3"/>
            <a:endCxn id="5" idx="3"/>
          </p:cNvCxnSpPr>
          <p:nvPr/>
        </p:nvCxnSpPr>
        <p:spPr>
          <a:xfrm flipV="1">
            <a:off x="3646170" y="3065289"/>
            <a:ext cx="962676" cy="3637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455559-8511-9724-36A9-0C2187CF325B}"/>
              </a:ext>
            </a:extLst>
          </p:cNvPr>
          <p:cNvCxnSpPr>
            <a:cxnSpLocks/>
            <a:stCxn id="8" idx="1"/>
            <a:endCxn id="21" idx="5"/>
          </p:cNvCxnSpPr>
          <p:nvPr/>
        </p:nvCxnSpPr>
        <p:spPr>
          <a:xfrm flipH="1" flipV="1">
            <a:off x="7576980" y="3065289"/>
            <a:ext cx="968850" cy="3637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568487-098B-B5BE-9CC6-FC4262D7A409}"/>
              </a:ext>
            </a:extLst>
          </p:cNvPr>
          <p:cNvSpPr/>
          <p:nvPr/>
        </p:nvSpPr>
        <p:spPr>
          <a:xfrm>
            <a:off x="393033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A50A97-0C3D-71CD-5199-801E5AB1E446}"/>
              </a:ext>
            </a:extLst>
          </p:cNvPr>
          <p:cNvCxnSpPr>
            <a:cxnSpLocks/>
            <a:stCxn id="14" idx="0"/>
            <a:endCxn id="22" idx="3"/>
          </p:cNvCxnSpPr>
          <p:nvPr/>
        </p:nvCxnSpPr>
        <p:spPr>
          <a:xfrm flipV="1">
            <a:off x="4595970" y="4681601"/>
            <a:ext cx="981726" cy="4799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934890-98FF-F796-8106-B463C59796DC}"/>
              </a:ext>
            </a:extLst>
          </p:cNvPr>
          <p:cNvSpPr/>
          <p:nvPr/>
        </p:nvSpPr>
        <p:spPr>
          <a:xfrm>
            <a:off x="693039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633B18-7F52-CE00-1B02-744D1C51A165}"/>
              </a:ext>
            </a:extLst>
          </p:cNvPr>
          <p:cNvCxnSpPr>
            <a:cxnSpLocks/>
            <a:stCxn id="18" idx="0"/>
            <a:endCxn id="22" idx="5"/>
          </p:cNvCxnSpPr>
          <p:nvPr/>
        </p:nvCxnSpPr>
        <p:spPr>
          <a:xfrm flipH="1" flipV="1">
            <a:off x="6519054" y="4681601"/>
            <a:ext cx="1076976" cy="4799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A4ED9B0-D73F-42ED-D1FB-BE41BC96BFBD}"/>
              </a:ext>
            </a:extLst>
          </p:cNvPr>
          <p:cNvSpPr/>
          <p:nvPr/>
        </p:nvSpPr>
        <p:spPr>
          <a:xfrm>
            <a:off x="6440661" y="1928970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61BB98-B847-22D4-06DB-48E23BC6CF09}"/>
              </a:ext>
            </a:extLst>
          </p:cNvPr>
          <p:cNvSpPr/>
          <p:nvPr/>
        </p:nvSpPr>
        <p:spPr>
          <a:xfrm>
            <a:off x="5382735" y="3545282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88EA6A4-D3D5-357A-B87D-4340C5381C29}"/>
              </a:ext>
            </a:extLst>
          </p:cNvPr>
          <p:cNvCxnSpPr>
            <a:cxnSpLocks/>
            <a:stCxn id="21" idx="2"/>
            <a:endCxn id="5" idx="6"/>
          </p:cNvCxnSpPr>
          <p:nvPr/>
        </p:nvCxnSpPr>
        <p:spPr>
          <a:xfrm flipH="1">
            <a:off x="5745165" y="2594610"/>
            <a:ext cx="695496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AA5EEF-E876-6EE4-07C3-F0B1F9AF115F}"/>
              </a:ext>
            </a:extLst>
          </p:cNvPr>
          <p:cNvCxnSpPr>
            <a:cxnSpLocks/>
          </p:cNvCxnSpPr>
          <p:nvPr/>
        </p:nvCxnSpPr>
        <p:spPr>
          <a:xfrm flipH="1" flipV="1">
            <a:off x="5382735" y="3260250"/>
            <a:ext cx="194961" cy="33750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9FC9E95-DD25-4B03-AF1A-C39DCDCC01C5}"/>
              </a:ext>
            </a:extLst>
          </p:cNvPr>
          <p:cNvCxnSpPr>
            <a:cxnSpLocks/>
          </p:cNvCxnSpPr>
          <p:nvPr/>
        </p:nvCxnSpPr>
        <p:spPr>
          <a:xfrm flipV="1">
            <a:off x="6440661" y="3260250"/>
            <a:ext cx="273354" cy="337501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reeform 12">
            <a:extLst>
              <a:ext uri="{FF2B5EF4-FFF2-40B4-BE49-F238E27FC236}">
                <a16:creationId xmlns:a16="http://schemas.microsoft.com/office/drawing/2014/main" id="{9CC95160-EA94-43A4-6BFC-AEA7159A62BE}"/>
              </a:ext>
            </a:extLst>
          </p:cNvPr>
          <p:cNvSpPr/>
          <p:nvPr/>
        </p:nvSpPr>
        <p:spPr>
          <a:xfrm>
            <a:off x="3657600" y="2678798"/>
            <a:ext cx="2234314" cy="2486760"/>
          </a:xfrm>
          <a:custGeom>
            <a:avLst/>
            <a:gdLst>
              <a:gd name="connsiteX0" fmla="*/ 0 w 2234314"/>
              <a:gd name="connsiteY0" fmla="*/ 738170 h 2486760"/>
              <a:gd name="connsiteX1" fmla="*/ 1331495 w 2234314"/>
              <a:gd name="connsiteY1" fmla="*/ 32318 h 2486760"/>
              <a:gd name="connsiteX2" fmla="*/ 2229853 w 2234314"/>
              <a:gd name="connsiteY2" fmla="*/ 1668613 h 2486760"/>
              <a:gd name="connsiteX3" fmla="*/ 962526 w 2234314"/>
              <a:gd name="connsiteY3" fmla="*/ 2486760 h 248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4314" h="2486760">
                <a:moveTo>
                  <a:pt x="0" y="738170"/>
                </a:moveTo>
                <a:cubicBezTo>
                  <a:pt x="479926" y="307707"/>
                  <a:pt x="959853" y="-122756"/>
                  <a:pt x="1331495" y="32318"/>
                </a:cubicBezTo>
                <a:cubicBezTo>
                  <a:pt x="1703137" y="187392"/>
                  <a:pt x="2291348" y="1259539"/>
                  <a:pt x="2229853" y="1668613"/>
                </a:cubicBezTo>
                <a:cubicBezTo>
                  <a:pt x="2168358" y="2077687"/>
                  <a:pt x="1565442" y="2282223"/>
                  <a:pt x="962526" y="2486760"/>
                </a:cubicBezTo>
              </a:path>
            </a:pathLst>
          </a:custGeom>
          <a:noFill/>
          <a:ln w="254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11423499-37D8-F2D4-3FFF-167FE59293BA}"/>
              </a:ext>
            </a:extLst>
          </p:cNvPr>
          <p:cNvSpPr/>
          <p:nvPr/>
        </p:nvSpPr>
        <p:spPr>
          <a:xfrm>
            <a:off x="5277853" y="2749238"/>
            <a:ext cx="3256547" cy="3090088"/>
          </a:xfrm>
          <a:custGeom>
            <a:avLst/>
            <a:gdLst>
              <a:gd name="connsiteX0" fmla="*/ 3256547 w 3256547"/>
              <a:gd name="connsiteY0" fmla="*/ 667730 h 3090088"/>
              <a:gd name="connsiteX1" fmla="*/ 1892968 w 3256547"/>
              <a:gd name="connsiteY1" fmla="*/ 26046 h 3090088"/>
              <a:gd name="connsiteX2" fmla="*/ 914400 w 3256547"/>
              <a:gd name="connsiteY2" fmla="*/ 1453794 h 3090088"/>
              <a:gd name="connsiteX3" fmla="*/ 0 w 3256547"/>
              <a:gd name="connsiteY3" fmla="*/ 3090088 h 309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6547" h="3090088">
                <a:moveTo>
                  <a:pt x="3256547" y="667730"/>
                </a:moveTo>
                <a:cubicBezTo>
                  <a:pt x="2769936" y="281382"/>
                  <a:pt x="2283326" y="-104965"/>
                  <a:pt x="1892968" y="26046"/>
                </a:cubicBezTo>
                <a:cubicBezTo>
                  <a:pt x="1502610" y="157057"/>
                  <a:pt x="1229895" y="943120"/>
                  <a:pt x="914400" y="1453794"/>
                </a:cubicBezTo>
                <a:cubicBezTo>
                  <a:pt x="598905" y="1964468"/>
                  <a:pt x="299452" y="2527278"/>
                  <a:pt x="0" y="3090088"/>
                </a:cubicBezTo>
              </a:path>
            </a:pathLst>
          </a:custGeom>
          <a:noFill/>
          <a:ln w="254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10FA2FE0-CD85-796D-6730-D6A73CBBAE38}"/>
              </a:ext>
            </a:extLst>
          </p:cNvPr>
          <p:cNvSpPr/>
          <p:nvPr/>
        </p:nvSpPr>
        <p:spPr>
          <a:xfrm>
            <a:off x="3657600" y="2397400"/>
            <a:ext cx="3946358" cy="2752116"/>
          </a:xfrm>
          <a:custGeom>
            <a:avLst/>
            <a:gdLst>
              <a:gd name="connsiteX0" fmla="*/ 0 w 3946358"/>
              <a:gd name="connsiteY0" fmla="*/ 1131863 h 2752116"/>
              <a:gd name="connsiteX1" fmla="*/ 1379621 w 3946358"/>
              <a:gd name="connsiteY1" fmla="*/ 169337 h 2752116"/>
              <a:gd name="connsiteX2" fmla="*/ 3256547 w 3946358"/>
              <a:gd name="connsiteY2" fmla="*/ 137253 h 2752116"/>
              <a:gd name="connsiteX3" fmla="*/ 2518611 w 3946358"/>
              <a:gd name="connsiteY3" fmla="*/ 1565000 h 2752116"/>
              <a:gd name="connsiteX4" fmla="*/ 3946358 w 3946358"/>
              <a:gd name="connsiteY4" fmla="*/ 2752116 h 275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46358" h="2752116">
                <a:moveTo>
                  <a:pt x="0" y="1131863"/>
                </a:moveTo>
                <a:cubicBezTo>
                  <a:pt x="418431" y="733484"/>
                  <a:pt x="836863" y="335105"/>
                  <a:pt x="1379621" y="169337"/>
                </a:cubicBezTo>
                <a:cubicBezTo>
                  <a:pt x="1922379" y="3569"/>
                  <a:pt x="3066715" y="-95358"/>
                  <a:pt x="3256547" y="137253"/>
                </a:cubicBezTo>
                <a:cubicBezTo>
                  <a:pt x="3446379" y="369863"/>
                  <a:pt x="2403643" y="1129189"/>
                  <a:pt x="2518611" y="1565000"/>
                </a:cubicBezTo>
                <a:cubicBezTo>
                  <a:pt x="2633580" y="2000811"/>
                  <a:pt x="3289969" y="2376463"/>
                  <a:pt x="3946358" y="2752116"/>
                </a:cubicBezTo>
              </a:path>
            </a:pathLst>
          </a:custGeom>
          <a:noFill/>
          <a:ln w="254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99751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7590-AFCC-9DF7-424A-318604B1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Cluster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898BC9-1103-DC79-9E37-497A18C82479}"/>
              </a:ext>
            </a:extLst>
          </p:cNvPr>
          <p:cNvSpPr/>
          <p:nvPr/>
        </p:nvSpPr>
        <p:spPr>
          <a:xfrm>
            <a:off x="4874601" y="2594609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030F00-61E0-1923-2AEA-A3D48892BC58}"/>
              </a:ext>
            </a:extLst>
          </p:cNvPr>
          <p:cNvSpPr/>
          <p:nvPr/>
        </p:nvSpPr>
        <p:spPr>
          <a:xfrm>
            <a:off x="231489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565A40-952C-7367-5652-F960833E45C5}"/>
              </a:ext>
            </a:extLst>
          </p:cNvPr>
          <p:cNvSpPr/>
          <p:nvPr/>
        </p:nvSpPr>
        <p:spPr>
          <a:xfrm>
            <a:off x="854583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27FA2-B9C8-1404-5303-D8495D653BA3}"/>
              </a:ext>
            </a:extLst>
          </p:cNvPr>
          <p:cNvCxnSpPr>
            <a:cxnSpLocks/>
            <a:stCxn id="7" idx="3"/>
            <a:endCxn id="5" idx="2"/>
          </p:cNvCxnSpPr>
          <p:nvPr/>
        </p:nvCxnSpPr>
        <p:spPr>
          <a:xfrm flipV="1">
            <a:off x="3646170" y="3260249"/>
            <a:ext cx="1228431" cy="16875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455559-8511-9724-36A9-0C2187CF325B}"/>
              </a:ext>
            </a:extLst>
          </p:cNvPr>
          <p:cNvCxnSpPr>
            <a:cxnSpLocks/>
            <a:stCxn id="8" idx="1"/>
            <a:endCxn id="21" idx="6"/>
          </p:cNvCxnSpPr>
          <p:nvPr/>
        </p:nvCxnSpPr>
        <p:spPr>
          <a:xfrm flipH="1" flipV="1">
            <a:off x="7277902" y="3260249"/>
            <a:ext cx="1267928" cy="16875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568487-098B-B5BE-9CC6-FC4262D7A409}"/>
              </a:ext>
            </a:extLst>
          </p:cNvPr>
          <p:cNvSpPr/>
          <p:nvPr/>
        </p:nvSpPr>
        <p:spPr>
          <a:xfrm>
            <a:off x="393033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A50A97-0C3D-71CD-5199-801E5AB1E446}"/>
              </a:ext>
            </a:extLst>
          </p:cNvPr>
          <p:cNvCxnSpPr>
            <a:cxnSpLocks/>
            <a:stCxn id="14" idx="0"/>
            <a:endCxn id="22" idx="3"/>
          </p:cNvCxnSpPr>
          <p:nvPr/>
        </p:nvCxnSpPr>
        <p:spPr>
          <a:xfrm flipV="1">
            <a:off x="4595970" y="4681601"/>
            <a:ext cx="981726" cy="4799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934890-98FF-F796-8106-B463C59796DC}"/>
              </a:ext>
            </a:extLst>
          </p:cNvPr>
          <p:cNvSpPr/>
          <p:nvPr/>
        </p:nvSpPr>
        <p:spPr>
          <a:xfrm>
            <a:off x="693039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633B18-7F52-CE00-1B02-744D1C51A165}"/>
              </a:ext>
            </a:extLst>
          </p:cNvPr>
          <p:cNvCxnSpPr>
            <a:cxnSpLocks/>
            <a:stCxn id="18" idx="0"/>
            <a:endCxn id="22" idx="5"/>
          </p:cNvCxnSpPr>
          <p:nvPr/>
        </p:nvCxnSpPr>
        <p:spPr>
          <a:xfrm flipH="1" flipV="1">
            <a:off x="6519054" y="4681601"/>
            <a:ext cx="1076976" cy="4799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A4ED9B0-D73F-42ED-D1FB-BE41BC96BFBD}"/>
              </a:ext>
            </a:extLst>
          </p:cNvPr>
          <p:cNvSpPr/>
          <p:nvPr/>
        </p:nvSpPr>
        <p:spPr>
          <a:xfrm>
            <a:off x="5946622" y="2594609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61BB98-B847-22D4-06DB-48E23BC6CF09}"/>
              </a:ext>
            </a:extLst>
          </p:cNvPr>
          <p:cNvSpPr/>
          <p:nvPr/>
        </p:nvSpPr>
        <p:spPr>
          <a:xfrm>
            <a:off x="5382735" y="3545282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300868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EF26-7821-EA85-ADF8-9924520A2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6803FA-7F36-FA7A-6513-E262A2466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Cluster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EF8A844-4232-40BC-D0B9-76CDF5590BCD}"/>
              </a:ext>
            </a:extLst>
          </p:cNvPr>
          <p:cNvSpPr/>
          <p:nvPr/>
        </p:nvSpPr>
        <p:spPr>
          <a:xfrm>
            <a:off x="4874601" y="2594609"/>
            <a:ext cx="2403301" cy="2281953"/>
          </a:xfrm>
          <a:custGeom>
            <a:avLst/>
            <a:gdLst>
              <a:gd name="connsiteX0" fmla="*/ 665640 w 2403301"/>
              <a:gd name="connsiteY0" fmla="*/ 0 h 2281953"/>
              <a:gd name="connsiteX1" fmla="*/ 1136319 w 2403301"/>
              <a:gd name="connsiteY1" fmla="*/ 194962 h 2281953"/>
              <a:gd name="connsiteX2" fmla="*/ 1201651 w 2403301"/>
              <a:gd name="connsiteY2" fmla="*/ 274144 h 2281953"/>
              <a:gd name="connsiteX3" fmla="*/ 1266983 w 2403301"/>
              <a:gd name="connsiteY3" fmla="*/ 194962 h 2281953"/>
              <a:gd name="connsiteX4" fmla="*/ 1737661 w 2403301"/>
              <a:gd name="connsiteY4" fmla="*/ 0 h 2281953"/>
              <a:gd name="connsiteX5" fmla="*/ 2403301 w 2403301"/>
              <a:gd name="connsiteY5" fmla="*/ 665640 h 2281953"/>
              <a:gd name="connsiteX6" fmla="*/ 1871811 w 2403301"/>
              <a:gd name="connsiteY6" fmla="*/ 1317757 h 2281953"/>
              <a:gd name="connsiteX7" fmla="*/ 1771193 w 2403301"/>
              <a:gd name="connsiteY7" fmla="*/ 1327900 h 2281953"/>
              <a:gd name="connsiteX8" fmla="*/ 1787105 w 2403301"/>
              <a:gd name="connsiteY8" fmla="*/ 1357216 h 2281953"/>
              <a:gd name="connsiteX9" fmla="*/ 1839414 w 2403301"/>
              <a:gd name="connsiteY9" fmla="*/ 1616313 h 2281953"/>
              <a:gd name="connsiteX10" fmla="*/ 1173774 w 2403301"/>
              <a:gd name="connsiteY10" fmla="*/ 2281953 h 2281953"/>
              <a:gd name="connsiteX11" fmla="*/ 508134 w 2403301"/>
              <a:gd name="connsiteY11" fmla="*/ 1616313 h 2281953"/>
              <a:gd name="connsiteX12" fmla="*/ 560444 w 2403301"/>
              <a:gd name="connsiteY12" fmla="*/ 1357216 h 2281953"/>
              <a:gd name="connsiteX13" fmla="*/ 579248 w 2403301"/>
              <a:gd name="connsiteY13" fmla="*/ 1322571 h 2281953"/>
              <a:gd name="connsiteX14" fmla="*/ 531491 w 2403301"/>
              <a:gd name="connsiteY14" fmla="*/ 1317757 h 2281953"/>
              <a:gd name="connsiteX15" fmla="*/ 0 w 2403301"/>
              <a:gd name="connsiteY15" fmla="*/ 665640 h 2281953"/>
              <a:gd name="connsiteX16" fmla="*/ 665640 w 2403301"/>
              <a:gd name="connsiteY16" fmla="*/ 0 h 2281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403301" h="2281953">
                <a:moveTo>
                  <a:pt x="665640" y="0"/>
                </a:moveTo>
                <a:cubicBezTo>
                  <a:pt x="849452" y="0"/>
                  <a:pt x="1015862" y="74504"/>
                  <a:pt x="1136319" y="194962"/>
                </a:cubicBezTo>
                <a:lnTo>
                  <a:pt x="1201651" y="274144"/>
                </a:lnTo>
                <a:lnTo>
                  <a:pt x="1266983" y="194962"/>
                </a:lnTo>
                <a:cubicBezTo>
                  <a:pt x="1387440" y="74504"/>
                  <a:pt x="1553850" y="0"/>
                  <a:pt x="1737661" y="0"/>
                </a:cubicBezTo>
                <a:cubicBezTo>
                  <a:pt x="2105284" y="0"/>
                  <a:pt x="2403301" y="298017"/>
                  <a:pt x="2403301" y="665640"/>
                </a:cubicBezTo>
                <a:cubicBezTo>
                  <a:pt x="2403301" y="987310"/>
                  <a:pt x="2175132" y="1255688"/>
                  <a:pt x="1871811" y="1317757"/>
                </a:cubicBezTo>
                <a:lnTo>
                  <a:pt x="1771193" y="1327900"/>
                </a:lnTo>
                <a:lnTo>
                  <a:pt x="1787105" y="1357216"/>
                </a:lnTo>
                <a:cubicBezTo>
                  <a:pt x="1820788" y="1436852"/>
                  <a:pt x="1839414" y="1524407"/>
                  <a:pt x="1839414" y="1616313"/>
                </a:cubicBezTo>
                <a:cubicBezTo>
                  <a:pt x="1839414" y="1983936"/>
                  <a:pt x="1541397" y="2281953"/>
                  <a:pt x="1173774" y="2281953"/>
                </a:cubicBezTo>
                <a:cubicBezTo>
                  <a:pt x="806151" y="2281953"/>
                  <a:pt x="508134" y="1983936"/>
                  <a:pt x="508134" y="1616313"/>
                </a:cubicBezTo>
                <a:cubicBezTo>
                  <a:pt x="508134" y="1524407"/>
                  <a:pt x="526760" y="1436852"/>
                  <a:pt x="560444" y="1357216"/>
                </a:cubicBezTo>
                <a:lnTo>
                  <a:pt x="579248" y="1322571"/>
                </a:lnTo>
                <a:lnTo>
                  <a:pt x="531491" y="1317757"/>
                </a:lnTo>
                <a:cubicBezTo>
                  <a:pt x="228170" y="1255688"/>
                  <a:pt x="0" y="987310"/>
                  <a:pt x="0" y="665640"/>
                </a:cubicBezTo>
                <a:cubicBezTo>
                  <a:pt x="0" y="298017"/>
                  <a:pt x="298017" y="0"/>
                  <a:pt x="665640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RU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826A960-8D1D-889A-5031-2A71B1C6BCF4}"/>
              </a:ext>
            </a:extLst>
          </p:cNvPr>
          <p:cNvSpPr/>
          <p:nvPr/>
        </p:nvSpPr>
        <p:spPr>
          <a:xfrm>
            <a:off x="231489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2A62579-4504-3233-6956-B07459A13CDA}"/>
              </a:ext>
            </a:extLst>
          </p:cNvPr>
          <p:cNvSpPr/>
          <p:nvPr/>
        </p:nvSpPr>
        <p:spPr>
          <a:xfrm>
            <a:off x="8545830" y="276336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06F015-9991-50AB-C944-1444D6FBA7C9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646170" y="3260249"/>
            <a:ext cx="1228431" cy="16875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B71E0E-B0AE-E8DF-2CF5-932EE22767CB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7277902" y="3260249"/>
            <a:ext cx="1267928" cy="16875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74AD76E-4672-E324-9D6F-1D7CBE75AE79}"/>
              </a:ext>
            </a:extLst>
          </p:cNvPr>
          <p:cNvSpPr/>
          <p:nvPr/>
        </p:nvSpPr>
        <p:spPr>
          <a:xfrm>
            <a:off x="393033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9BCDEC-62A8-8C78-570F-EEED7C732266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595970" y="4681601"/>
            <a:ext cx="981726" cy="4799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09DF4B5-7B05-2E01-6B38-795A332387C4}"/>
              </a:ext>
            </a:extLst>
          </p:cNvPr>
          <p:cNvSpPr/>
          <p:nvPr/>
        </p:nvSpPr>
        <p:spPr>
          <a:xfrm>
            <a:off x="6930390" y="5161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C4B9C1-7811-87D5-20A3-D650CE364574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6519054" y="4681601"/>
            <a:ext cx="1076976" cy="4799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2F232B8-444A-B7D8-6F1D-443CC6215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743" y="3074603"/>
            <a:ext cx="1136319" cy="113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7590-AFCC-9DF7-424A-318604B1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Supercluster (Cluster of clusters)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3898BC9-1103-DC79-9E37-497A18C82479}"/>
              </a:ext>
            </a:extLst>
          </p:cNvPr>
          <p:cNvSpPr/>
          <p:nvPr/>
        </p:nvSpPr>
        <p:spPr>
          <a:xfrm>
            <a:off x="2559159" y="3260249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030F00-61E0-1923-2AEA-A3D48892BC58}"/>
              </a:ext>
            </a:extLst>
          </p:cNvPr>
          <p:cNvSpPr/>
          <p:nvPr/>
        </p:nvSpPr>
        <p:spPr>
          <a:xfrm>
            <a:off x="684997" y="228516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565A40-952C-7367-5652-F960833E45C5}"/>
              </a:ext>
            </a:extLst>
          </p:cNvPr>
          <p:cNvSpPr/>
          <p:nvPr/>
        </p:nvSpPr>
        <p:spPr>
          <a:xfrm>
            <a:off x="9632841" y="1981438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27FA2-B9C8-1404-5303-D8495D653BA3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2016277" y="2950805"/>
            <a:ext cx="737843" cy="50440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455559-8511-9724-36A9-0C2187CF325B}"/>
              </a:ext>
            </a:extLst>
          </p:cNvPr>
          <p:cNvCxnSpPr>
            <a:cxnSpLocks/>
            <a:stCxn id="8" idx="1"/>
            <a:endCxn id="9" idx="7"/>
          </p:cNvCxnSpPr>
          <p:nvPr/>
        </p:nvCxnSpPr>
        <p:spPr>
          <a:xfrm flipH="1">
            <a:off x="8306758" y="2647078"/>
            <a:ext cx="1326083" cy="802415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568487-098B-B5BE-9CC6-FC4262D7A409}"/>
              </a:ext>
            </a:extLst>
          </p:cNvPr>
          <p:cNvSpPr/>
          <p:nvPr/>
        </p:nvSpPr>
        <p:spPr>
          <a:xfrm>
            <a:off x="1102522" y="5232170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A50A97-0C3D-71CD-5199-801E5AB1E446}"/>
              </a:ext>
            </a:extLst>
          </p:cNvPr>
          <p:cNvCxnSpPr>
            <a:cxnSpLocks/>
            <a:stCxn id="14" idx="3"/>
            <a:endCxn id="22" idx="3"/>
          </p:cNvCxnSpPr>
          <p:nvPr/>
        </p:nvCxnSpPr>
        <p:spPr>
          <a:xfrm flipV="1">
            <a:off x="2433802" y="5347241"/>
            <a:ext cx="828452" cy="55056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934890-98FF-F796-8106-B463C59796DC}"/>
              </a:ext>
            </a:extLst>
          </p:cNvPr>
          <p:cNvSpPr/>
          <p:nvPr/>
        </p:nvSpPr>
        <p:spPr>
          <a:xfrm>
            <a:off x="10177273" y="511655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633B18-7F52-CE00-1B02-744D1C51A165}"/>
              </a:ext>
            </a:extLst>
          </p:cNvPr>
          <p:cNvCxnSpPr>
            <a:cxnSpLocks/>
            <a:stCxn id="18" idx="1"/>
            <a:endCxn id="6" idx="5"/>
          </p:cNvCxnSpPr>
          <p:nvPr/>
        </p:nvCxnSpPr>
        <p:spPr>
          <a:xfrm flipH="1" flipV="1">
            <a:off x="8910291" y="5347241"/>
            <a:ext cx="1266982" cy="43495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A4ED9B0-D73F-42ED-D1FB-BE41BC96BFBD}"/>
              </a:ext>
            </a:extLst>
          </p:cNvPr>
          <p:cNvSpPr/>
          <p:nvPr/>
        </p:nvSpPr>
        <p:spPr>
          <a:xfrm>
            <a:off x="3631180" y="3260249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61BB98-B847-22D4-06DB-48E23BC6CF09}"/>
              </a:ext>
            </a:extLst>
          </p:cNvPr>
          <p:cNvSpPr/>
          <p:nvPr/>
        </p:nvSpPr>
        <p:spPr>
          <a:xfrm>
            <a:off x="3067293" y="4210922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CE2A25-2A8C-1DE0-B37E-4D540B081FEB}"/>
              </a:ext>
            </a:extLst>
          </p:cNvPr>
          <p:cNvSpPr/>
          <p:nvPr/>
        </p:nvSpPr>
        <p:spPr>
          <a:xfrm>
            <a:off x="6701951" y="4210922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D9AF71-B3DF-1317-BD1D-AE02929B288D}"/>
              </a:ext>
            </a:extLst>
          </p:cNvPr>
          <p:cNvSpPr/>
          <p:nvPr/>
        </p:nvSpPr>
        <p:spPr>
          <a:xfrm>
            <a:off x="7773972" y="4210922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2689FAE-8E8B-14C0-5B89-0CF3B8017D88}"/>
              </a:ext>
            </a:extLst>
          </p:cNvPr>
          <p:cNvSpPr/>
          <p:nvPr/>
        </p:nvSpPr>
        <p:spPr>
          <a:xfrm>
            <a:off x="7170439" y="3254532"/>
            <a:ext cx="1331280" cy="13312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0A7176F-201B-2015-C592-56E264046239}"/>
              </a:ext>
            </a:extLst>
          </p:cNvPr>
          <p:cNvSpPr/>
          <p:nvPr/>
        </p:nvSpPr>
        <p:spPr>
          <a:xfrm>
            <a:off x="10175723" y="349496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363F31-6A45-F66F-962E-DE9F08AFE940}"/>
              </a:ext>
            </a:extLst>
          </p:cNvPr>
          <p:cNvCxnSpPr>
            <a:cxnSpLocks/>
            <a:stCxn id="23" idx="1"/>
            <a:endCxn id="6" idx="7"/>
          </p:cNvCxnSpPr>
          <p:nvPr/>
        </p:nvCxnSpPr>
        <p:spPr>
          <a:xfrm flipH="1">
            <a:off x="8910291" y="4160609"/>
            <a:ext cx="1265432" cy="24527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Left-right Arrow 31">
            <a:extLst>
              <a:ext uri="{FF2B5EF4-FFF2-40B4-BE49-F238E27FC236}">
                <a16:creationId xmlns:a16="http://schemas.microsoft.com/office/drawing/2014/main" id="{80D79210-B3C8-E8DC-EE57-1FC65B8FC248}"/>
              </a:ext>
            </a:extLst>
          </p:cNvPr>
          <p:cNvSpPr/>
          <p:nvPr/>
        </p:nvSpPr>
        <p:spPr>
          <a:xfrm>
            <a:off x="4867061" y="4101356"/>
            <a:ext cx="2029851" cy="48463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</p:spTree>
    <p:extLst>
      <p:ext uri="{BB962C8B-B14F-4D97-AF65-F5344CB8AC3E}">
        <p14:creationId xmlns:p14="http://schemas.microsoft.com/office/powerpoint/2010/main" val="12339534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7590-AFCC-9DF7-424A-318604B1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Supercluster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030F00-61E0-1923-2AEA-A3D48892BC58}"/>
              </a:ext>
            </a:extLst>
          </p:cNvPr>
          <p:cNvSpPr/>
          <p:nvPr/>
        </p:nvSpPr>
        <p:spPr>
          <a:xfrm>
            <a:off x="684997" y="2285165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565A40-952C-7367-5652-F960833E45C5}"/>
              </a:ext>
            </a:extLst>
          </p:cNvPr>
          <p:cNvSpPr/>
          <p:nvPr/>
        </p:nvSpPr>
        <p:spPr>
          <a:xfrm>
            <a:off x="7359922" y="1849654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27FA2-B9C8-1404-5303-D8495D653BA3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1422444" y="2653889"/>
            <a:ext cx="1039836" cy="82239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455559-8511-9724-36A9-0C2187CF325B}"/>
              </a:ext>
            </a:extLst>
          </p:cNvPr>
          <p:cNvCxnSpPr>
            <a:cxnSpLocks/>
            <a:stCxn id="8" idx="1"/>
            <a:endCxn id="17" idx="6"/>
          </p:cNvCxnSpPr>
          <p:nvPr/>
        </p:nvCxnSpPr>
        <p:spPr>
          <a:xfrm flipH="1">
            <a:off x="6661048" y="2218378"/>
            <a:ext cx="698874" cy="43551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568487-098B-B5BE-9CC6-FC4262D7A409}"/>
              </a:ext>
            </a:extLst>
          </p:cNvPr>
          <p:cNvSpPr/>
          <p:nvPr/>
        </p:nvSpPr>
        <p:spPr>
          <a:xfrm>
            <a:off x="2217883" y="5755428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A50A97-0C3D-71CD-5199-801E5AB1E446}"/>
              </a:ext>
            </a:extLst>
          </p:cNvPr>
          <p:cNvCxnSpPr>
            <a:cxnSpLocks/>
            <a:stCxn id="14" idx="3"/>
            <a:endCxn id="29" idx="2"/>
          </p:cNvCxnSpPr>
          <p:nvPr/>
        </p:nvCxnSpPr>
        <p:spPr>
          <a:xfrm flipV="1">
            <a:off x="2955330" y="5867528"/>
            <a:ext cx="1386698" cy="25662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934890-98FF-F796-8106-B463C59796DC}"/>
              </a:ext>
            </a:extLst>
          </p:cNvPr>
          <p:cNvSpPr/>
          <p:nvPr/>
        </p:nvSpPr>
        <p:spPr>
          <a:xfrm>
            <a:off x="10054920" y="5627116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633B18-7F52-CE00-1B02-744D1C51A165}"/>
              </a:ext>
            </a:extLst>
          </p:cNvPr>
          <p:cNvCxnSpPr>
            <a:cxnSpLocks/>
            <a:stCxn id="18" idx="1"/>
            <a:endCxn id="6" idx="6"/>
          </p:cNvCxnSpPr>
          <p:nvPr/>
        </p:nvCxnSpPr>
        <p:spPr>
          <a:xfrm flipH="1" flipV="1">
            <a:off x="9059927" y="5869542"/>
            <a:ext cx="994993" cy="12629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3A4E665-69F7-74A4-873D-4C9F614DD2A3}"/>
              </a:ext>
            </a:extLst>
          </p:cNvPr>
          <p:cNvGrpSpPr/>
          <p:nvPr/>
        </p:nvGrpSpPr>
        <p:grpSpPr>
          <a:xfrm>
            <a:off x="2354283" y="3368289"/>
            <a:ext cx="1331281" cy="1264062"/>
            <a:chOff x="2559159" y="3260249"/>
            <a:chExt cx="2403301" cy="228195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3898BC9-1103-DC79-9E37-497A18C82479}"/>
                </a:ext>
              </a:extLst>
            </p:cNvPr>
            <p:cNvSpPr/>
            <p:nvPr/>
          </p:nvSpPr>
          <p:spPr>
            <a:xfrm>
              <a:off x="2559159" y="3260249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A4ED9B0-D73F-42ED-D1FB-BE41BC96BFBD}"/>
                </a:ext>
              </a:extLst>
            </p:cNvPr>
            <p:cNvSpPr/>
            <p:nvPr/>
          </p:nvSpPr>
          <p:spPr>
            <a:xfrm>
              <a:off x="3631180" y="3260249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761BB98-B847-22D4-06DB-48E23BC6CF09}"/>
                </a:ext>
              </a:extLst>
            </p:cNvPr>
            <p:cNvSpPr/>
            <p:nvPr/>
          </p:nvSpPr>
          <p:spPr>
            <a:xfrm>
              <a:off x="3067293" y="4210922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11333D-C84D-0C41-F61A-8FF99BCA0A85}"/>
              </a:ext>
            </a:extLst>
          </p:cNvPr>
          <p:cNvGrpSpPr/>
          <p:nvPr/>
        </p:nvGrpSpPr>
        <p:grpSpPr>
          <a:xfrm>
            <a:off x="7728646" y="4971037"/>
            <a:ext cx="1331281" cy="1267229"/>
            <a:chOff x="6701951" y="3254532"/>
            <a:chExt cx="2403301" cy="228767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CE2A25-2A8C-1DE0-B37E-4D540B081FEB}"/>
                </a:ext>
              </a:extLst>
            </p:cNvPr>
            <p:cNvSpPr/>
            <p:nvPr/>
          </p:nvSpPr>
          <p:spPr>
            <a:xfrm>
              <a:off x="6701951" y="4210922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CD9AF71-B3DF-1317-BD1D-AE02929B288D}"/>
                </a:ext>
              </a:extLst>
            </p:cNvPr>
            <p:cNvSpPr/>
            <p:nvPr/>
          </p:nvSpPr>
          <p:spPr>
            <a:xfrm>
              <a:off x="7773972" y="4210922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2689FAE-8E8B-14C0-5B89-0CF3B8017D88}"/>
                </a:ext>
              </a:extLst>
            </p:cNvPr>
            <p:cNvSpPr/>
            <p:nvPr/>
          </p:nvSpPr>
          <p:spPr>
            <a:xfrm>
              <a:off x="7170439" y="3254532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0A7176F-201B-2015-C592-56E264046239}"/>
              </a:ext>
            </a:extLst>
          </p:cNvPr>
          <p:cNvSpPr/>
          <p:nvPr/>
        </p:nvSpPr>
        <p:spPr>
          <a:xfrm>
            <a:off x="8822512" y="2587101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363F31-6A45-F66F-962E-DE9F08AFE940}"/>
              </a:ext>
            </a:extLst>
          </p:cNvPr>
          <p:cNvCxnSpPr>
            <a:cxnSpLocks/>
            <a:stCxn id="23" idx="1"/>
            <a:endCxn id="26" idx="6"/>
          </p:cNvCxnSpPr>
          <p:nvPr/>
        </p:nvCxnSpPr>
        <p:spPr>
          <a:xfrm flipH="1">
            <a:off x="6867706" y="2955825"/>
            <a:ext cx="1954806" cy="12007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Left-right Arrow 31">
            <a:extLst>
              <a:ext uri="{FF2B5EF4-FFF2-40B4-BE49-F238E27FC236}">
                <a16:creationId xmlns:a16="http://schemas.microsoft.com/office/drawing/2014/main" id="{80D79210-B3C8-E8DC-EE57-1FC65B8FC248}"/>
              </a:ext>
            </a:extLst>
          </p:cNvPr>
          <p:cNvSpPr/>
          <p:nvPr/>
        </p:nvSpPr>
        <p:spPr>
          <a:xfrm>
            <a:off x="5673309" y="5755428"/>
            <a:ext cx="1933396" cy="39484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EC8B90-FA35-F2B2-A9C8-46D51384124C}"/>
              </a:ext>
            </a:extLst>
          </p:cNvPr>
          <p:cNvSpPr/>
          <p:nvPr/>
        </p:nvSpPr>
        <p:spPr>
          <a:xfrm>
            <a:off x="5331544" y="2339612"/>
            <a:ext cx="737447" cy="737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6866838-6F99-EAC7-B675-B3D667C8165D}"/>
              </a:ext>
            </a:extLst>
          </p:cNvPr>
          <p:cNvSpPr/>
          <p:nvPr/>
        </p:nvSpPr>
        <p:spPr>
          <a:xfrm>
            <a:off x="5923601" y="2285165"/>
            <a:ext cx="737447" cy="737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E7749A-0B47-4724-40D9-91D8D9E1306B}"/>
              </a:ext>
            </a:extLst>
          </p:cNvPr>
          <p:cNvSpPr/>
          <p:nvPr/>
        </p:nvSpPr>
        <p:spPr>
          <a:xfrm>
            <a:off x="5209092" y="2844821"/>
            <a:ext cx="737447" cy="737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E14D65B-E5C4-2DBB-D1A1-4949690FCDC5}"/>
              </a:ext>
            </a:extLst>
          </p:cNvPr>
          <p:cNvSpPr/>
          <p:nvPr/>
        </p:nvSpPr>
        <p:spPr>
          <a:xfrm>
            <a:off x="5705643" y="3107562"/>
            <a:ext cx="737447" cy="737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18F794B-1568-B09C-4C3E-5B1872EB2D9E}"/>
              </a:ext>
            </a:extLst>
          </p:cNvPr>
          <p:cNvSpPr/>
          <p:nvPr/>
        </p:nvSpPr>
        <p:spPr>
          <a:xfrm>
            <a:off x="6130259" y="2707171"/>
            <a:ext cx="737447" cy="737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B9AE224-367F-430E-F740-A026CE0A42FF}"/>
              </a:ext>
            </a:extLst>
          </p:cNvPr>
          <p:cNvSpPr/>
          <p:nvPr/>
        </p:nvSpPr>
        <p:spPr>
          <a:xfrm>
            <a:off x="4464480" y="4993595"/>
            <a:ext cx="737447" cy="737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BF235AA-6764-F9DD-F73B-E3E4CE08FF5F}"/>
              </a:ext>
            </a:extLst>
          </p:cNvPr>
          <p:cNvSpPr/>
          <p:nvPr/>
        </p:nvSpPr>
        <p:spPr>
          <a:xfrm>
            <a:off x="4960521" y="5211082"/>
            <a:ext cx="737447" cy="737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77B0C9F-4D2C-5D7D-9A29-1580157EC4E8}"/>
              </a:ext>
            </a:extLst>
          </p:cNvPr>
          <p:cNvSpPr/>
          <p:nvPr/>
        </p:nvSpPr>
        <p:spPr>
          <a:xfrm>
            <a:off x="4342028" y="5498804"/>
            <a:ext cx="737447" cy="737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34AAADA-7C35-9965-C586-F32EBFBB967B}"/>
              </a:ext>
            </a:extLst>
          </p:cNvPr>
          <p:cNvSpPr/>
          <p:nvPr/>
        </p:nvSpPr>
        <p:spPr>
          <a:xfrm>
            <a:off x="4838579" y="5761545"/>
            <a:ext cx="737447" cy="7374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39" name="Left-right Arrow 38">
            <a:extLst>
              <a:ext uri="{FF2B5EF4-FFF2-40B4-BE49-F238E27FC236}">
                <a16:creationId xmlns:a16="http://schemas.microsoft.com/office/drawing/2014/main" id="{429E1DCF-5FCA-5456-9062-7CDDF5874E63}"/>
              </a:ext>
            </a:extLst>
          </p:cNvPr>
          <p:cNvSpPr/>
          <p:nvPr/>
        </p:nvSpPr>
        <p:spPr>
          <a:xfrm rot="20369520">
            <a:off x="3683014" y="3314784"/>
            <a:ext cx="1506625" cy="37128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0" name="Left-right Arrow 39">
            <a:extLst>
              <a:ext uri="{FF2B5EF4-FFF2-40B4-BE49-F238E27FC236}">
                <a16:creationId xmlns:a16="http://schemas.microsoft.com/office/drawing/2014/main" id="{5164B480-6BAB-3CAA-415F-F0CBA96096EB}"/>
              </a:ext>
            </a:extLst>
          </p:cNvPr>
          <p:cNvSpPr/>
          <p:nvPr/>
        </p:nvSpPr>
        <p:spPr>
          <a:xfrm rot="2700000">
            <a:off x="3231288" y="4472059"/>
            <a:ext cx="1440310" cy="3355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1" name="Left-right Arrow 40">
            <a:extLst>
              <a:ext uri="{FF2B5EF4-FFF2-40B4-BE49-F238E27FC236}">
                <a16:creationId xmlns:a16="http://schemas.microsoft.com/office/drawing/2014/main" id="{D67C9433-83D4-EFF2-5123-A1F33E0C5976}"/>
              </a:ext>
            </a:extLst>
          </p:cNvPr>
          <p:cNvSpPr/>
          <p:nvPr/>
        </p:nvSpPr>
        <p:spPr>
          <a:xfrm rot="2700000">
            <a:off x="6326807" y="4100826"/>
            <a:ext cx="2042661" cy="34390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2" name="Left-right Arrow 41">
            <a:extLst>
              <a:ext uri="{FF2B5EF4-FFF2-40B4-BE49-F238E27FC236}">
                <a16:creationId xmlns:a16="http://schemas.microsoft.com/office/drawing/2014/main" id="{E3E997A4-1C65-F929-4E07-B510727F5A1D}"/>
              </a:ext>
            </a:extLst>
          </p:cNvPr>
          <p:cNvSpPr/>
          <p:nvPr/>
        </p:nvSpPr>
        <p:spPr>
          <a:xfrm rot="6300000">
            <a:off x="4620055" y="4176618"/>
            <a:ext cx="1506625" cy="37128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294CF646-8C0A-32BF-FC2E-12D7C8B525A7}"/>
              </a:ext>
            </a:extLst>
          </p:cNvPr>
          <p:cNvSpPr/>
          <p:nvPr/>
        </p:nvSpPr>
        <p:spPr>
          <a:xfrm>
            <a:off x="1923216" y="1938057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46CB712-9FC2-00FA-F30B-64C9C02F8AE9}"/>
              </a:ext>
            </a:extLst>
          </p:cNvPr>
          <p:cNvCxnSpPr>
            <a:cxnSpLocks/>
            <a:stCxn id="51" idx="2"/>
            <a:endCxn id="21" idx="1"/>
          </p:cNvCxnSpPr>
          <p:nvPr/>
        </p:nvCxnSpPr>
        <p:spPr>
          <a:xfrm>
            <a:off x="2291940" y="2675504"/>
            <a:ext cx="764174" cy="80078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4FF5F31-F994-C0B9-EED5-A8D63C29D799}"/>
              </a:ext>
            </a:extLst>
          </p:cNvPr>
          <p:cNvSpPr/>
          <p:nvPr/>
        </p:nvSpPr>
        <p:spPr>
          <a:xfrm>
            <a:off x="660140" y="3347640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2AB9935-63CC-D101-7BFC-A557590318DC}"/>
              </a:ext>
            </a:extLst>
          </p:cNvPr>
          <p:cNvCxnSpPr>
            <a:cxnSpLocks/>
            <a:stCxn id="55" idx="3"/>
            <a:endCxn id="5" idx="2"/>
          </p:cNvCxnSpPr>
          <p:nvPr/>
        </p:nvCxnSpPr>
        <p:spPr>
          <a:xfrm>
            <a:off x="1397587" y="3716364"/>
            <a:ext cx="956696" cy="2064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815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7590-AFCC-9DF7-424A-318604B1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Supercluster and Leaf Nodes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030F00-61E0-1923-2AEA-A3D48892BC58}"/>
              </a:ext>
            </a:extLst>
          </p:cNvPr>
          <p:cNvSpPr/>
          <p:nvPr/>
        </p:nvSpPr>
        <p:spPr>
          <a:xfrm>
            <a:off x="2004620" y="2730061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27FA2-B9C8-1404-5303-D8495D653BA3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2742067" y="3098785"/>
            <a:ext cx="1498751" cy="33744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568487-098B-B5BE-9CC6-FC4262D7A409}"/>
              </a:ext>
            </a:extLst>
          </p:cNvPr>
          <p:cNvSpPr/>
          <p:nvPr/>
        </p:nvSpPr>
        <p:spPr>
          <a:xfrm>
            <a:off x="312278" y="5981876"/>
            <a:ext cx="737447" cy="7374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A50A97-0C3D-71CD-5199-801E5AB1E446}"/>
              </a:ext>
            </a:extLst>
          </p:cNvPr>
          <p:cNvCxnSpPr>
            <a:cxnSpLocks/>
            <a:stCxn id="14" idx="3"/>
            <a:endCxn id="43" idx="3"/>
          </p:cNvCxnSpPr>
          <p:nvPr/>
        </p:nvCxnSpPr>
        <p:spPr>
          <a:xfrm flipV="1">
            <a:off x="1049725" y="6089956"/>
            <a:ext cx="989399" cy="2606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3A4E665-69F7-74A4-873D-4C9F614DD2A3}"/>
              </a:ext>
            </a:extLst>
          </p:cNvPr>
          <p:cNvGrpSpPr/>
          <p:nvPr/>
        </p:nvGrpSpPr>
        <p:grpSpPr>
          <a:xfrm>
            <a:off x="4132821" y="3328229"/>
            <a:ext cx="1331281" cy="1264062"/>
            <a:chOff x="2559159" y="3260249"/>
            <a:chExt cx="2403301" cy="228195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3898BC9-1103-DC79-9E37-497A18C82479}"/>
                </a:ext>
              </a:extLst>
            </p:cNvPr>
            <p:cNvSpPr/>
            <p:nvPr/>
          </p:nvSpPr>
          <p:spPr>
            <a:xfrm>
              <a:off x="2559159" y="3260249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A4ED9B0-D73F-42ED-D1FB-BE41BC96BFBD}"/>
                </a:ext>
              </a:extLst>
            </p:cNvPr>
            <p:cNvSpPr/>
            <p:nvPr/>
          </p:nvSpPr>
          <p:spPr>
            <a:xfrm>
              <a:off x="3631180" y="3260249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761BB98-B847-22D4-06DB-48E23BC6CF09}"/>
                </a:ext>
              </a:extLst>
            </p:cNvPr>
            <p:cNvSpPr/>
            <p:nvPr/>
          </p:nvSpPr>
          <p:spPr>
            <a:xfrm>
              <a:off x="3067293" y="4210922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0A7176F-201B-2015-C592-56E264046239}"/>
              </a:ext>
            </a:extLst>
          </p:cNvPr>
          <p:cNvSpPr/>
          <p:nvPr/>
        </p:nvSpPr>
        <p:spPr>
          <a:xfrm>
            <a:off x="10807978" y="4465778"/>
            <a:ext cx="737447" cy="7374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363F31-6A45-F66F-962E-DE9F08AFE940}"/>
              </a:ext>
            </a:extLst>
          </p:cNvPr>
          <p:cNvCxnSpPr>
            <a:cxnSpLocks/>
            <a:stCxn id="23" idx="1"/>
            <a:endCxn id="44" idx="7"/>
          </p:cNvCxnSpPr>
          <p:nvPr/>
        </p:nvCxnSpPr>
        <p:spPr>
          <a:xfrm flipH="1">
            <a:off x="9820083" y="4834502"/>
            <a:ext cx="987895" cy="63633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F9C67D-F5F2-0432-5F61-F9B30FF31800}"/>
              </a:ext>
            </a:extLst>
          </p:cNvPr>
          <p:cNvGrpSpPr/>
          <p:nvPr/>
        </p:nvGrpSpPr>
        <p:grpSpPr>
          <a:xfrm>
            <a:off x="5513101" y="4761613"/>
            <a:ext cx="1355940" cy="1242656"/>
            <a:chOff x="4342028" y="4993595"/>
            <a:chExt cx="1355940" cy="124265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9AE224-367F-430E-F740-A026CE0A42FF}"/>
                </a:ext>
              </a:extLst>
            </p:cNvPr>
            <p:cNvSpPr/>
            <p:nvPr/>
          </p:nvSpPr>
          <p:spPr>
            <a:xfrm>
              <a:off x="4464480" y="4993595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BF235AA-6764-F9DD-F73B-E3E4CE08FF5F}"/>
                </a:ext>
              </a:extLst>
            </p:cNvPr>
            <p:cNvSpPr/>
            <p:nvPr/>
          </p:nvSpPr>
          <p:spPr>
            <a:xfrm>
              <a:off x="4960521" y="5211082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77B0C9F-4D2C-5D7D-9A29-1580157EC4E8}"/>
                </a:ext>
              </a:extLst>
            </p:cNvPr>
            <p:cNvSpPr/>
            <p:nvPr/>
          </p:nvSpPr>
          <p:spPr>
            <a:xfrm>
              <a:off x="4342028" y="5498804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</p:grpSp>
      <p:sp>
        <p:nvSpPr>
          <p:cNvPr id="39" name="Left-right Arrow 38">
            <a:extLst>
              <a:ext uri="{FF2B5EF4-FFF2-40B4-BE49-F238E27FC236}">
                <a16:creationId xmlns:a16="http://schemas.microsoft.com/office/drawing/2014/main" id="{429E1DCF-5FCA-5456-9062-7CDDF5874E63}"/>
              </a:ext>
            </a:extLst>
          </p:cNvPr>
          <p:cNvSpPr/>
          <p:nvPr/>
        </p:nvSpPr>
        <p:spPr>
          <a:xfrm rot="18758622">
            <a:off x="6251425" y="4402972"/>
            <a:ext cx="837198" cy="36950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294CF646-8C0A-32BF-FC2E-12D7C8B525A7}"/>
              </a:ext>
            </a:extLst>
          </p:cNvPr>
          <p:cNvSpPr/>
          <p:nvPr/>
        </p:nvSpPr>
        <p:spPr>
          <a:xfrm>
            <a:off x="8837033" y="2455415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46CB712-9FC2-00FA-F30B-64C9C02F8AE9}"/>
              </a:ext>
            </a:extLst>
          </p:cNvPr>
          <p:cNvCxnSpPr>
            <a:cxnSpLocks/>
            <a:stCxn id="51" idx="1"/>
            <a:endCxn id="35" idx="3"/>
          </p:cNvCxnSpPr>
          <p:nvPr/>
        </p:nvCxnSpPr>
        <p:spPr>
          <a:xfrm flipH="1">
            <a:off x="7682372" y="2824139"/>
            <a:ext cx="1154661" cy="47672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4FF5F31-F994-C0B9-EED5-A8D63C29D799}"/>
              </a:ext>
            </a:extLst>
          </p:cNvPr>
          <p:cNvSpPr/>
          <p:nvPr/>
        </p:nvSpPr>
        <p:spPr>
          <a:xfrm>
            <a:off x="277851" y="4978848"/>
            <a:ext cx="737447" cy="7374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2AB9935-63CC-D101-7BFC-A557590318DC}"/>
              </a:ext>
            </a:extLst>
          </p:cNvPr>
          <p:cNvCxnSpPr>
            <a:cxnSpLocks/>
            <a:stCxn id="55" idx="3"/>
            <a:endCxn id="43" idx="2"/>
          </p:cNvCxnSpPr>
          <p:nvPr/>
        </p:nvCxnSpPr>
        <p:spPr>
          <a:xfrm>
            <a:off x="1015298" y="5347572"/>
            <a:ext cx="900809" cy="4453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E63337F-070F-D5D3-217E-2F1D843EBA4D}"/>
              </a:ext>
            </a:extLst>
          </p:cNvPr>
          <p:cNvGrpSpPr/>
          <p:nvPr/>
        </p:nvGrpSpPr>
        <p:grpSpPr>
          <a:xfrm rot="10800000">
            <a:off x="6434429" y="3192862"/>
            <a:ext cx="1355940" cy="1242656"/>
            <a:chOff x="4342028" y="4993595"/>
            <a:chExt cx="1355940" cy="124265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E041D33-A99D-4579-CB9A-66FEC8BE5CA5}"/>
                </a:ext>
              </a:extLst>
            </p:cNvPr>
            <p:cNvSpPr/>
            <p:nvPr/>
          </p:nvSpPr>
          <p:spPr>
            <a:xfrm>
              <a:off x="4464480" y="4993595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E0AD9C4-7E5D-AD11-BDD2-C9AEF65CB245}"/>
                </a:ext>
              </a:extLst>
            </p:cNvPr>
            <p:cNvSpPr/>
            <p:nvPr/>
          </p:nvSpPr>
          <p:spPr>
            <a:xfrm>
              <a:off x="4960521" y="5211082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36C36F7-F129-D5F5-EF5D-5D594051C7F8}"/>
                </a:ext>
              </a:extLst>
            </p:cNvPr>
            <p:cNvSpPr/>
            <p:nvPr/>
          </p:nvSpPr>
          <p:spPr>
            <a:xfrm>
              <a:off x="4342028" y="5498804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</p:grpSp>
      <p:sp>
        <p:nvSpPr>
          <p:cNvPr id="36" name="Left-right Arrow 35">
            <a:extLst>
              <a:ext uri="{FF2B5EF4-FFF2-40B4-BE49-F238E27FC236}">
                <a16:creationId xmlns:a16="http://schemas.microsoft.com/office/drawing/2014/main" id="{50F60630-0322-5511-4D98-D7671D8AE928}"/>
              </a:ext>
            </a:extLst>
          </p:cNvPr>
          <p:cNvSpPr/>
          <p:nvPr/>
        </p:nvSpPr>
        <p:spPr>
          <a:xfrm rot="2866191">
            <a:off x="5094502" y="4297133"/>
            <a:ext cx="837198" cy="36950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37" name="Left-right Arrow 36">
            <a:extLst>
              <a:ext uri="{FF2B5EF4-FFF2-40B4-BE49-F238E27FC236}">
                <a16:creationId xmlns:a16="http://schemas.microsoft.com/office/drawing/2014/main" id="{32D5EA4D-7C48-1104-0D9F-1CF6AC49C8B7}"/>
              </a:ext>
            </a:extLst>
          </p:cNvPr>
          <p:cNvSpPr/>
          <p:nvPr/>
        </p:nvSpPr>
        <p:spPr>
          <a:xfrm>
            <a:off x="5535802" y="3567657"/>
            <a:ext cx="837198" cy="36950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E635A24-D2F2-14B2-13E4-8AB55A4AE26A}"/>
              </a:ext>
            </a:extLst>
          </p:cNvPr>
          <p:cNvSpPr/>
          <p:nvPr/>
        </p:nvSpPr>
        <p:spPr>
          <a:xfrm>
            <a:off x="1916107" y="5372958"/>
            <a:ext cx="840015" cy="84001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349D5E-2AA9-9BC3-24B4-18A6AF3EDFC6}"/>
              </a:ext>
            </a:extLst>
          </p:cNvPr>
          <p:cNvSpPr/>
          <p:nvPr/>
        </p:nvSpPr>
        <p:spPr>
          <a:xfrm>
            <a:off x="9103085" y="5347823"/>
            <a:ext cx="840015" cy="84001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37ADFE-CE0D-6DD4-3346-EB56CA317A5B}"/>
              </a:ext>
            </a:extLst>
          </p:cNvPr>
          <p:cNvSpPr/>
          <p:nvPr/>
        </p:nvSpPr>
        <p:spPr>
          <a:xfrm>
            <a:off x="3879858" y="2525670"/>
            <a:ext cx="4173279" cy="382493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A0D440-3209-F4CD-FEB9-2B5868DEB4EF}"/>
              </a:ext>
            </a:extLst>
          </p:cNvPr>
          <p:cNvSpPr txBox="1"/>
          <p:nvPr/>
        </p:nvSpPr>
        <p:spPr>
          <a:xfrm>
            <a:off x="5417994" y="2658064"/>
            <a:ext cx="1356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Supercluster</a:t>
            </a:r>
            <a:endParaRPr lang="en-RU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14F965-A189-04E1-A48C-06A2FEA4E326}"/>
              </a:ext>
            </a:extLst>
          </p:cNvPr>
          <p:cNvSpPr/>
          <p:nvPr/>
        </p:nvSpPr>
        <p:spPr>
          <a:xfrm flipH="1">
            <a:off x="8827736" y="4761613"/>
            <a:ext cx="1386700" cy="16583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9" name="Left-right Arrow 48">
            <a:extLst>
              <a:ext uri="{FF2B5EF4-FFF2-40B4-BE49-F238E27FC236}">
                <a16:creationId xmlns:a16="http://schemas.microsoft.com/office/drawing/2014/main" id="{7A040555-7A30-E450-55C7-92FE39C908A4}"/>
              </a:ext>
            </a:extLst>
          </p:cNvPr>
          <p:cNvSpPr/>
          <p:nvPr/>
        </p:nvSpPr>
        <p:spPr>
          <a:xfrm rot="514894">
            <a:off x="6966388" y="5392158"/>
            <a:ext cx="2027005" cy="314149"/>
          </a:xfrm>
          <a:prstGeom prst="left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DAEBAD-1D54-CFB5-7F59-5F4AA21EE8AF}"/>
              </a:ext>
            </a:extLst>
          </p:cNvPr>
          <p:cNvSpPr txBox="1"/>
          <p:nvPr/>
        </p:nvSpPr>
        <p:spPr>
          <a:xfrm>
            <a:off x="8967362" y="4794434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Leaf node</a:t>
            </a:r>
            <a:endParaRPr lang="en-RU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CC013A7-2545-D4F7-2151-716888F2BE9C}"/>
              </a:ext>
            </a:extLst>
          </p:cNvPr>
          <p:cNvSpPr/>
          <p:nvPr/>
        </p:nvSpPr>
        <p:spPr>
          <a:xfrm flipH="1">
            <a:off x="1637484" y="4761361"/>
            <a:ext cx="1386700" cy="16583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0E0221-6783-5B04-216F-535E1FD9428F}"/>
              </a:ext>
            </a:extLst>
          </p:cNvPr>
          <p:cNvSpPr txBox="1"/>
          <p:nvPr/>
        </p:nvSpPr>
        <p:spPr>
          <a:xfrm>
            <a:off x="1777110" y="4794182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Leaf node</a:t>
            </a:r>
            <a:endParaRPr lang="en-RU" dirty="0"/>
          </a:p>
        </p:txBody>
      </p:sp>
      <p:sp>
        <p:nvSpPr>
          <p:cNvPr id="58" name="Left-right Arrow 57">
            <a:extLst>
              <a:ext uri="{FF2B5EF4-FFF2-40B4-BE49-F238E27FC236}">
                <a16:creationId xmlns:a16="http://schemas.microsoft.com/office/drawing/2014/main" id="{38D6450D-192B-26FE-3714-C3E2A70BA17A}"/>
              </a:ext>
            </a:extLst>
          </p:cNvPr>
          <p:cNvSpPr/>
          <p:nvPr/>
        </p:nvSpPr>
        <p:spPr>
          <a:xfrm rot="18900000">
            <a:off x="2485654" y="4677426"/>
            <a:ext cx="2027005" cy="314149"/>
          </a:xfrm>
          <a:prstGeom prst="left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</p:spTree>
    <p:extLst>
      <p:ext uri="{BB962C8B-B14F-4D97-AF65-F5344CB8AC3E}">
        <p14:creationId xmlns:p14="http://schemas.microsoft.com/office/powerpoint/2010/main" val="22994290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7590-AFCC-9DF7-424A-318604B1F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Supercluster and Leaf Nodes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8030F00-61E0-1923-2AEA-A3D48892BC58}"/>
              </a:ext>
            </a:extLst>
          </p:cNvPr>
          <p:cNvSpPr/>
          <p:nvPr/>
        </p:nvSpPr>
        <p:spPr>
          <a:xfrm>
            <a:off x="2004620" y="2730061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427FA2-B9C8-1404-5303-D8495D653BA3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2742067" y="3098785"/>
            <a:ext cx="1498751" cy="337441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E568487-098B-B5BE-9CC6-FC4262D7A409}"/>
              </a:ext>
            </a:extLst>
          </p:cNvPr>
          <p:cNvSpPr/>
          <p:nvPr/>
        </p:nvSpPr>
        <p:spPr>
          <a:xfrm>
            <a:off x="312278" y="5981876"/>
            <a:ext cx="737447" cy="7374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A50A97-0C3D-71CD-5199-801E5AB1E446}"/>
              </a:ext>
            </a:extLst>
          </p:cNvPr>
          <p:cNvCxnSpPr>
            <a:cxnSpLocks/>
            <a:stCxn id="14" idx="3"/>
            <a:endCxn id="43" idx="3"/>
          </p:cNvCxnSpPr>
          <p:nvPr/>
        </p:nvCxnSpPr>
        <p:spPr>
          <a:xfrm flipV="1">
            <a:off x="1049725" y="6089956"/>
            <a:ext cx="989399" cy="2606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3A4E665-69F7-74A4-873D-4C9F614DD2A3}"/>
              </a:ext>
            </a:extLst>
          </p:cNvPr>
          <p:cNvGrpSpPr/>
          <p:nvPr/>
        </p:nvGrpSpPr>
        <p:grpSpPr>
          <a:xfrm>
            <a:off x="4132821" y="3328229"/>
            <a:ext cx="1331281" cy="1264062"/>
            <a:chOff x="2559159" y="3260249"/>
            <a:chExt cx="2403301" cy="228195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3898BC9-1103-DC79-9E37-497A18C82479}"/>
                </a:ext>
              </a:extLst>
            </p:cNvPr>
            <p:cNvSpPr/>
            <p:nvPr/>
          </p:nvSpPr>
          <p:spPr>
            <a:xfrm>
              <a:off x="2559159" y="3260249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A4ED9B0-D73F-42ED-D1FB-BE41BC96BFBD}"/>
                </a:ext>
              </a:extLst>
            </p:cNvPr>
            <p:cNvSpPr/>
            <p:nvPr/>
          </p:nvSpPr>
          <p:spPr>
            <a:xfrm>
              <a:off x="3631180" y="3260249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761BB98-B847-22D4-06DB-48E23BC6CF09}"/>
                </a:ext>
              </a:extLst>
            </p:cNvPr>
            <p:cNvSpPr/>
            <p:nvPr/>
          </p:nvSpPr>
          <p:spPr>
            <a:xfrm>
              <a:off x="3067293" y="4210922"/>
              <a:ext cx="1331280" cy="13312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0A7176F-201B-2015-C592-56E264046239}"/>
              </a:ext>
            </a:extLst>
          </p:cNvPr>
          <p:cNvSpPr/>
          <p:nvPr/>
        </p:nvSpPr>
        <p:spPr>
          <a:xfrm>
            <a:off x="10354365" y="1885353"/>
            <a:ext cx="737447" cy="73744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1363F31-6A45-F66F-962E-DE9F08AFE940}"/>
              </a:ext>
            </a:extLst>
          </p:cNvPr>
          <p:cNvCxnSpPr>
            <a:cxnSpLocks/>
            <a:stCxn id="23" idx="2"/>
            <a:endCxn id="8" idx="0"/>
          </p:cNvCxnSpPr>
          <p:nvPr/>
        </p:nvCxnSpPr>
        <p:spPr>
          <a:xfrm>
            <a:off x="10723089" y="2622800"/>
            <a:ext cx="484276" cy="1034518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F9C67D-F5F2-0432-5F61-F9B30FF31800}"/>
              </a:ext>
            </a:extLst>
          </p:cNvPr>
          <p:cNvGrpSpPr/>
          <p:nvPr/>
        </p:nvGrpSpPr>
        <p:grpSpPr>
          <a:xfrm>
            <a:off x="5513101" y="4761613"/>
            <a:ext cx="1355940" cy="1242656"/>
            <a:chOff x="4342028" y="4993595"/>
            <a:chExt cx="1355940" cy="124265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B9AE224-367F-430E-F740-A026CE0A42FF}"/>
                </a:ext>
              </a:extLst>
            </p:cNvPr>
            <p:cNvSpPr/>
            <p:nvPr/>
          </p:nvSpPr>
          <p:spPr>
            <a:xfrm>
              <a:off x="4464480" y="4993595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BF235AA-6764-F9DD-F73B-E3E4CE08FF5F}"/>
                </a:ext>
              </a:extLst>
            </p:cNvPr>
            <p:cNvSpPr/>
            <p:nvPr/>
          </p:nvSpPr>
          <p:spPr>
            <a:xfrm>
              <a:off x="4960521" y="5211082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77B0C9F-4D2C-5D7D-9A29-1580157EC4E8}"/>
                </a:ext>
              </a:extLst>
            </p:cNvPr>
            <p:cNvSpPr/>
            <p:nvPr/>
          </p:nvSpPr>
          <p:spPr>
            <a:xfrm>
              <a:off x="4342028" y="5498804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</p:grpSp>
      <p:sp>
        <p:nvSpPr>
          <p:cNvPr id="39" name="Left-right Arrow 38">
            <a:extLst>
              <a:ext uri="{FF2B5EF4-FFF2-40B4-BE49-F238E27FC236}">
                <a16:creationId xmlns:a16="http://schemas.microsoft.com/office/drawing/2014/main" id="{429E1DCF-5FCA-5456-9062-7CDDF5874E63}"/>
              </a:ext>
            </a:extLst>
          </p:cNvPr>
          <p:cNvSpPr/>
          <p:nvPr/>
        </p:nvSpPr>
        <p:spPr>
          <a:xfrm rot="18758622">
            <a:off x="6251425" y="4402972"/>
            <a:ext cx="837198" cy="36950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294CF646-8C0A-32BF-FC2E-12D7C8B525A7}"/>
              </a:ext>
            </a:extLst>
          </p:cNvPr>
          <p:cNvSpPr/>
          <p:nvPr/>
        </p:nvSpPr>
        <p:spPr>
          <a:xfrm>
            <a:off x="8837033" y="2455415"/>
            <a:ext cx="737447" cy="7374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46CB712-9FC2-00FA-F30B-64C9C02F8AE9}"/>
              </a:ext>
            </a:extLst>
          </p:cNvPr>
          <p:cNvCxnSpPr>
            <a:cxnSpLocks/>
            <a:stCxn id="51" idx="1"/>
            <a:endCxn id="35" idx="3"/>
          </p:cNvCxnSpPr>
          <p:nvPr/>
        </p:nvCxnSpPr>
        <p:spPr>
          <a:xfrm flipH="1">
            <a:off x="7682372" y="2824139"/>
            <a:ext cx="1154661" cy="47672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4FF5F31-F994-C0B9-EED5-A8D63C29D799}"/>
              </a:ext>
            </a:extLst>
          </p:cNvPr>
          <p:cNvSpPr/>
          <p:nvPr/>
        </p:nvSpPr>
        <p:spPr>
          <a:xfrm>
            <a:off x="277851" y="4978848"/>
            <a:ext cx="737447" cy="737447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1600" dirty="0"/>
              <a:t>Client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2AB9935-63CC-D101-7BFC-A557590318DC}"/>
              </a:ext>
            </a:extLst>
          </p:cNvPr>
          <p:cNvCxnSpPr>
            <a:cxnSpLocks/>
            <a:stCxn id="55" idx="3"/>
            <a:endCxn id="43" idx="2"/>
          </p:cNvCxnSpPr>
          <p:nvPr/>
        </p:nvCxnSpPr>
        <p:spPr>
          <a:xfrm>
            <a:off x="1015298" y="5347572"/>
            <a:ext cx="900809" cy="44539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E63337F-070F-D5D3-217E-2F1D843EBA4D}"/>
              </a:ext>
            </a:extLst>
          </p:cNvPr>
          <p:cNvGrpSpPr/>
          <p:nvPr/>
        </p:nvGrpSpPr>
        <p:grpSpPr>
          <a:xfrm rot="10800000">
            <a:off x="6434429" y="3192862"/>
            <a:ext cx="1355940" cy="1242656"/>
            <a:chOff x="4342028" y="4993595"/>
            <a:chExt cx="1355940" cy="1242656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E041D33-A99D-4579-CB9A-66FEC8BE5CA5}"/>
                </a:ext>
              </a:extLst>
            </p:cNvPr>
            <p:cNvSpPr/>
            <p:nvPr/>
          </p:nvSpPr>
          <p:spPr>
            <a:xfrm>
              <a:off x="4464480" y="4993595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E0AD9C4-7E5D-AD11-BDD2-C9AEF65CB245}"/>
                </a:ext>
              </a:extLst>
            </p:cNvPr>
            <p:cNvSpPr/>
            <p:nvPr/>
          </p:nvSpPr>
          <p:spPr>
            <a:xfrm>
              <a:off x="4960521" y="5211082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36C36F7-F129-D5F5-EF5D-5D594051C7F8}"/>
                </a:ext>
              </a:extLst>
            </p:cNvPr>
            <p:cNvSpPr/>
            <p:nvPr/>
          </p:nvSpPr>
          <p:spPr>
            <a:xfrm>
              <a:off x="4342028" y="5498804"/>
              <a:ext cx="737447" cy="73744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600" dirty="0"/>
            </a:p>
          </p:txBody>
        </p:sp>
      </p:grpSp>
      <p:sp>
        <p:nvSpPr>
          <p:cNvPr id="36" name="Left-right Arrow 35">
            <a:extLst>
              <a:ext uri="{FF2B5EF4-FFF2-40B4-BE49-F238E27FC236}">
                <a16:creationId xmlns:a16="http://schemas.microsoft.com/office/drawing/2014/main" id="{50F60630-0322-5511-4D98-D7671D8AE928}"/>
              </a:ext>
            </a:extLst>
          </p:cNvPr>
          <p:cNvSpPr/>
          <p:nvPr/>
        </p:nvSpPr>
        <p:spPr>
          <a:xfrm rot="2866191">
            <a:off x="5094502" y="4297133"/>
            <a:ext cx="837198" cy="36950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37" name="Left-right Arrow 36">
            <a:extLst>
              <a:ext uri="{FF2B5EF4-FFF2-40B4-BE49-F238E27FC236}">
                <a16:creationId xmlns:a16="http://schemas.microsoft.com/office/drawing/2014/main" id="{32D5EA4D-7C48-1104-0D9F-1CF6AC49C8B7}"/>
              </a:ext>
            </a:extLst>
          </p:cNvPr>
          <p:cNvSpPr/>
          <p:nvPr/>
        </p:nvSpPr>
        <p:spPr>
          <a:xfrm>
            <a:off x="5535802" y="3567657"/>
            <a:ext cx="837198" cy="36950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E635A24-D2F2-14B2-13E4-8AB55A4AE26A}"/>
              </a:ext>
            </a:extLst>
          </p:cNvPr>
          <p:cNvSpPr/>
          <p:nvPr/>
        </p:nvSpPr>
        <p:spPr>
          <a:xfrm>
            <a:off x="1916107" y="5372958"/>
            <a:ext cx="840015" cy="84001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349D5E-2AA9-9BC3-24B4-18A6AF3EDFC6}"/>
              </a:ext>
            </a:extLst>
          </p:cNvPr>
          <p:cNvSpPr/>
          <p:nvPr/>
        </p:nvSpPr>
        <p:spPr>
          <a:xfrm>
            <a:off x="9103085" y="5347823"/>
            <a:ext cx="840015" cy="840015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437ADFE-CE0D-6DD4-3346-EB56CA317A5B}"/>
              </a:ext>
            </a:extLst>
          </p:cNvPr>
          <p:cNvSpPr/>
          <p:nvPr/>
        </p:nvSpPr>
        <p:spPr>
          <a:xfrm>
            <a:off x="3879858" y="2525670"/>
            <a:ext cx="4173279" cy="382493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A0D440-3209-F4CD-FEB9-2B5868DEB4EF}"/>
              </a:ext>
            </a:extLst>
          </p:cNvPr>
          <p:cNvSpPr txBox="1"/>
          <p:nvPr/>
        </p:nvSpPr>
        <p:spPr>
          <a:xfrm>
            <a:off x="5417994" y="2658064"/>
            <a:ext cx="1356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Supercluster</a:t>
            </a:r>
            <a:endParaRPr lang="en-RU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114F965-A189-04E1-A48C-06A2FEA4E326}"/>
              </a:ext>
            </a:extLst>
          </p:cNvPr>
          <p:cNvSpPr/>
          <p:nvPr/>
        </p:nvSpPr>
        <p:spPr>
          <a:xfrm flipH="1">
            <a:off x="8827736" y="4761613"/>
            <a:ext cx="1386700" cy="16583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9" name="Left-right Arrow 48">
            <a:extLst>
              <a:ext uri="{FF2B5EF4-FFF2-40B4-BE49-F238E27FC236}">
                <a16:creationId xmlns:a16="http://schemas.microsoft.com/office/drawing/2014/main" id="{7A040555-7A30-E450-55C7-92FE39C908A4}"/>
              </a:ext>
            </a:extLst>
          </p:cNvPr>
          <p:cNvSpPr/>
          <p:nvPr/>
        </p:nvSpPr>
        <p:spPr>
          <a:xfrm rot="514894">
            <a:off x="6966388" y="5392158"/>
            <a:ext cx="2027005" cy="314149"/>
          </a:xfrm>
          <a:prstGeom prst="left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DAEBAD-1D54-CFB5-7F59-5F4AA21EE8AF}"/>
              </a:ext>
            </a:extLst>
          </p:cNvPr>
          <p:cNvSpPr txBox="1"/>
          <p:nvPr/>
        </p:nvSpPr>
        <p:spPr>
          <a:xfrm>
            <a:off x="8967362" y="4794434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Leaf node</a:t>
            </a:r>
            <a:endParaRPr lang="en-RU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CC013A7-2545-D4F7-2151-716888F2BE9C}"/>
              </a:ext>
            </a:extLst>
          </p:cNvPr>
          <p:cNvSpPr/>
          <p:nvPr/>
        </p:nvSpPr>
        <p:spPr>
          <a:xfrm flipH="1">
            <a:off x="1637484" y="4761361"/>
            <a:ext cx="1386700" cy="165831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F0E0221-6783-5B04-216F-535E1FD9428F}"/>
              </a:ext>
            </a:extLst>
          </p:cNvPr>
          <p:cNvSpPr txBox="1"/>
          <p:nvPr/>
        </p:nvSpPr>
        <p:spPr>
          <a:xfrm>
            <a:off x="1777110" y="4794182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Leaf node</a:t>
            </a:r>
            <a:endParaRPr lang="en-RU" dirty="0"/>
          </a:p>
        </p:txBody>
      </p:sp>
      <p:sp>
        <p:nvSpPr>
          <p:cNvPr id="58" name="Left-right Arrow 57">
            <a:extLst>
              <a:ext uri="{FF2B5EF4-FFF2-40B4-BE49-F238E27FC236}">
                <a16:creationId xmlns:a16="http://schemas.microsoft.com/office/drawing/2014/main" id="{38D6450D-192B-26FE-3714-C3E2A70BA17A}"/>
              </a:ext>
            </a:extLst>
          </p:cNvPr>
          <p:cNvSpPr/>
          <p:nvPr/>
        </p:nvSpPr>
        <p:spPr>
          <a:xfrm rot="18900000">
            <a:off x="2485654" y="4677426"/>
            <a:ext cx="2027005" cy="314149"/>
          </a:xfrm>
          <a:prstGeom prst="left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EB6C51B-D9A5-3039-E264-6587996295BF}"/>
              </a:ext>
            </a:extLst>
          </p:cNvPr>
          <p:cNvSpPr/>
          <p:nvPr/>
        </p:nvSpPr>
        <p:spPr>
          <a:xfrm>
            <a:off x="10787357" y="3657318"/>
            <a:ext cx="840015" cy="840015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2C520D-6798-AE32-DCDE-86A5E6D7AF88}"/>
              </a:ext>
            </a:extLst>
          </p:cNvPr>
          <p:cNvSpPr/>
          <p:nvPr/>
        </p:nvSpPr>
        <p:spPr>
          <a:xfrm flipH="1">
            <a:off x="10512008" y="3071108"/>
            <a:ext cx="1386700" cy="1658312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BDF415-F857-7711-6559-036C103FE9A6}"/>
              </a:ext>
            </a:extLst>
          </p:cNvPr>
          <p:cNvSpPr txBox="1"/>
          <p:nvPr/>
        </p:nvSpPr>
        <p:spPr>
          <a:xfrm>
            <a:off x="10651634" y="3103929"/>
            <a:ext cx="1111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Leaf node</a:t>
            </a:r>
            <a:endParaRPr lang="en-RU" dirty="0"/>
          </a:p>
        </p:txBody>
      </p: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5F315D8D-0C21-A585-C8DB-E7CDF7926F29}"/>
              </a:ext>
            </a:extLst>
          </p:cNvPr>
          <p:cNvSpPr/>
          <p:nvPr/>
        </p:nvSpPr>
        <p:spPr>
          <a:xfrm rot="18900000">
            <a:off x="9759728" y="4911307"/>
            <a:ext cx="1460114" cy="276138"/>
          </a:xfrm>
          <a:prstGeom prst="left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</p:spTree>
    <p:extLst>
      <p:ext uri="{BB962C8B-B14F-4D97-AF65-F5344CB8AC3E}">
        <p14:creationId xmlns:p14="http://schemas.microsoft.com/office/powerpoint/2010/main" val="652519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AD8C8-498E-4C9E-5AAD-687068C87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3FE1F-DB1B-3069-762D-8A3302B62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/>
              <a:t>NATS </a:t>
            </a:r>
            <a:r>
              <a:rPr lang="en-US" dirty="0"/>
              <a:t>Clustering: Topology</a:t>
            </a:r>
            <a:endParaRPr lang="en-RU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C4086D1-14A2-918F-AAA0-B22AB894AB89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64C712-EE70-F817-C857-11AEFC334914}"/>
              </a:ext>
            </a:extLst>
          </p:cNvPr>
          <p:cNvSpPr/>
          <p:nvPr/>
        </p:nvSpPr>
        <p:spPr>
          <a:xfrm>
            <a:off x="3991565" y="425612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0BE7FC-3ADE-3EFF-ECAB-400C925ACC36}"/>
              </a:ext>
            </a:extLst>
          </p:cNvPr>
          <p:cNvSpPr/>
          <p:nvPr/>
        </p:nvSpPr>
        <p:spPr>
          <a:xfrm>
            <a:off x="6609301" y="4256129"/>
            <a:ext cx="1668780" cy="166878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JetStream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6507AA8-636E-5B08-08C2-6CCF95447D3F}"/>
              </a:ext>
            </a:extLst>
          </p:cNvPr>
          <p:cNvSpPr/>
          <p:nvPr/>
        </p:nvSpPr>
        <p:spPr>
          <a:xfrm>
            <a:off x="5261610" y="2167790"/>
            <a:ext cx="1668780" cy="166878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2391877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DC052-38FF-5847-8EBB-9043A5579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JetStream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2B175-1466-1338-4937-F491FE841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0848198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31FC-1369-1800-2899-B74F523D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JetStream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6B9C9A-8AA8-FB61-AD90-AE702E03EB65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23444D-3789-EFDF-B289-069C15040801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CCA099-3268-E765-06D1-37B409E04398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116B0A-FD48-8FB6-C0C8-BB4921FB3130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2386878" y="4405279"/>
            <a:ext cx="28747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A85869-E415-7775-B30E-D3C469859A58}"/>
              </a:ext>
            </a:extLst>
          </p:cNvPr>
          <p:cNvCxnSpPr>
            <a:cxnSpLocks/>
            <a:stCxn id="5" idx="1"/>
            <a:endCxn id="3" idx="6"/>
          </p:cNvCxnSpPr>
          <p:nvPr/>
        </p:nvCxnSpPr>
        <p:spPr>
          <a:xfrm flipH="1">
            <a:off x="6930390" y="4383936"/>
            <a:ext cx="2874732" cy="21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n 7">
            <a:extLst>
              <a:ext uri="{FF2B5EF4-FFF2-40B4-BE49-F238E27FC236}">
                <a16:creationId xmlns:a16="http://schemas.microsoft.com/office/drawing/2014/main" id="{86F0434D-79C3-51DB-51EF-67D92D6343E5}"/>
              </a:ext>
            </a:extLst>
          </p:cNvPr>
          <p:cNvSpPr/>
          <p:nvPr/>
        </p:nvSpPr>
        <p:spPr>
          <a:xfrm rot="5400000">
            <a:off x="5724785" y="377508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8EBCE572-0F7D-6ED8-EA4D-5C422FBC42B5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2F928992-52FC-8F30-D75C-51113E6182F0}"/>
              </a:ext>
            </a:extLst>
          </p:cNvPr>
          <p:cNvSpPr/>
          <p:nvPr/>
        </p:nvSpPr>
        <p:spPr>
          <a:xfrm rot="5400000">
            <a:off x="6247596" y="4504866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B68C1E52-461D-717A-FC65-B535E4CDC081}"/>
              </a:ext>
            </a:extLst>
          </p:cNvPr>
          <p:cNvSpPr/>
          <p:nvPr/>
        </p:nvSpPr>
        <p:spPr>
          <a:xfrm>
            <a:off x="6189196" y="2003612"/>
            <a:ext cx="2248952" cy="854430"/>
          </a:xfrm>
          <a:prstGeom prst="wedgeRoundRectCallout">
            <a:avLst>
              <a:gd name="adj1" fmla="val -65551"/>
              <a:gd name="adj2" fmla="val 17675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RU" sz="2400" dirty="0"/>
              <a:t>Subjects</a:t>
            </a:r>
            <a:br>
              <a:rPr lang="en-RU" sz="2400" dirty="0"/>
            </a:br>
            <a:r>
              <a:rPr lang="en-RU" sz="2400" dirty="0"/>
              <a:t>are ephemeral</a:t>
            </a:r>
          </a:p>
        </p:txBody>
      </p:sp>
    </p:spTree>
    <p:extLst>
      <p:ext uri="{BB962C8B-B14F-4D97-AF65-F5344CB8AC3E}">
        <p14:creationId xmlns:p14="http://schemas.microsoft.com/office/powerpoint/2010/main" val="2945560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913E6-46F6-C5FF-26E0-A2CB5971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EF5CA-1D7C-1FE4-99F8-FE9F6A159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JetStream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029236C-7F88-1943-BF31-38E87C037BE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9FABDE-F9B8-7476-9C50-7B48BAE2412F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D6585A-EC92-B3CD-E761-C92F87F47B06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B57813F-6614-4B66-81F2-E02932F0BE48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2386878" y="4405279"/>
            <a:ext cx="28747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BEEE4AC-66B6-6484-0104-1F6490CFCDEC}"/>
              </a:ext>
            </a:extLst>
          </p:cNvPr>
          <p:cNvCxnSpPr>
            <a:cxnSpLocks/>
            <a:stCxn id="5" idx="1"/>
            <a:endCxn id="3" idx="6"/>
          </p:cNvCxnSpPr>
          <p:nvPr/>
        </p:nvCxnSpPr>
        <p:spPr>
          <a:xfrm flipH="1">
            <a:off x="6930390" y="4383936"/>
            <a:ext cx="2874732" cy="21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n 7">
            <a:extLst>
              <a:ext uri="{FF2B5EF4-FFF2-40B4-BE49-F238E27FC236}">
                <a16:creationId xmlns:a16="http://schemas.microsoft.com/office/drawing/2014/main" id="{2FDC0C28-2261-55A8-45C0-0E6E4D41A019}"/>
              </a:ext>
            </a:extLst>
          </p:cNvPr>
          <p:cNvSpPr/>
          <p:nvPr/>
        </p:nvSpPr>
        <p:spPr>
          <a:xfrm rot="5400000">
            <a:off x="5724785" y="377508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8E9448E1-A77E-EA95-98F5-700F35BF2DED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D34142C7-6267-BFB4-09C7-3F3DFB318A8B}"/>
              </a:ext>
            </a:extLst>
          </p:cNvPr>
          <p:cNvSpPr/>
          <p:nvPr/>
        </p:nvSpPr>
        <p:spPr>
          <a:xfrm rot="5400000">
            <a:off x="6247596" y="4504866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BEC177C6-E94D-8A46-35BD-5FA941C75DA1}"/>
              </a:ext>
            </a:extLst>
          </p:cNvPr>
          <p:cNvSpPr/>
          <p:nvPr/>
        </p:nvSpPr>
        <p:spPr>
          <a:xfrm>
            <a:off x="6189196" y="2003612"/>
            <a:ext cx="2248952" cy="854430"/>
          </a:xfrm>
          <a:prstGeom prst="wedgeRoundRectCallout">
            <a:avLst>
              <a:gd name="adj1" fmla="val -65551"/>
              <a:gd name="adj2" fmla="val 17675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2400" dirty="0"/>
              <a:t>No buffer capacity</a:t>
            </a:r>
            <a:endParaRPr lang="en-RU" sz="2400" dirty="0"/>
          </a:p>
        </p:txBody>
      </p:sp>
    </p:spTree>
    <p:extLst>
      <p:ext uri="{BB962C8B-B14F-4D97-AF65-F5344CB8AC3E}">
        <p14:creationId xmlns:p14="http://schemas.microsoft.com/office/powerpoint/2010/main" val="3101538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31FC-1369-1800-2899-B74F523D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JetStream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6B9C9A-8AA8-FB61-AD90-AE702E03EB65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23444D-3789-EFDF-B289-069C15040801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CCA099-3268-E765-06D1-37B409E04398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116B0A-FD48-8FB6-C0C8-BB4921FB3130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2386878" y="4405279"/>
            <a:ext cx="28747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A85869-E415-7775-B30E-D3C469859A58}"/>
              </a:ext>
            </a:extLst>
          </p:cNvPr>
          <p:cNvCxnSpPr>
            <a:cxnSpLocks/>
            <a:stCxn id="5" idx="1"/>
            <a:endCxn id="3" idx="6"/>
          </p:cNvCxnSpPr>
          <p:nvPr/>
        </p:nvCxnSpPr>
        <p:spPr>
          <a:xfrm flipH="1">
            <a:off x="6930390" y="4383936"/>
            <a:ext cx="2874732" cy="21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n 7">
            <a:extLst>
              <a:ext uri="{FF2B5EF4-FFF2-40B4-BE49-F238E27FC236}">
                <a16:creationId xmlns:a16="http://schemas.microsoft.com/office/drawing/2014/main" id="{86F0434D-79C3-51DB-51EF-67D92D6343E5}"/>
              </a:ext>
            </a:extLst>
          </p:cNvPr>
          <p:cNvSpPr/>
          <p:nvPr/>
        </p:nvSpPr>
        <p:spPr>
          <a:xfrm rot="5400000">
            <a:off x="5724785" y="377508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8EBCE572-0F7D-6ED8-EA4D-5C422FBC42B5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2F928992-52FC-8F30-D75C-51113E6182F0}"/>
              </a:ext>
            </a:extLst>
          </p:cNvPr>
          <p:cNvSpPr/>
          <p:nvPr/>
        </p:nvSpPr>
        <p:spPr>
          <a:xfrm rot="5400000">
            <a:off x="6247596" y="4504866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A617BDEE-356C-8DF0-538E-5C8B8F531E97}"/>
              </a:ext>
            </a:extLst>
          </p:cNvPr>
          <p:cNvSpPr/>
          <p:nvPr/>
        </p:nvSpPr>
        <p:spPr>
          <a:xfrm>
            <a:off x="5261610" y="5185818"/>
            <a:ext cx="1668780" cy="968673"/>
          </a:xfrm>
          <a:prstGeom prst="can">
            <a:avLst>
              <a:gd name="adj" fmla="val 1671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JetStream</a:t>
            </a:r>
          </a:p>
        </p:txBody>
      </p:sp>
    </p:spTree>
    <p:extLst>
      <p:ext uri="{BB962C8B-B14F-4D97-AF65-F5344CB8AC3E}">
        <p14:creationId xmlns:p14="http://schemas.microsoft.com/office/powerpoint/2010/main" val="122004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31FC-1369-1800-2899-B74F523D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JetStream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6B9C9A-8AA8-FB61-AD90-AE702E03EB65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23444D-3789-EFDF-B289-069C15040801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CCA099-3268-E765-06D1-37B409E04398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116B0A-FD48-8FB6-C0C8-BB4921FB3130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2386878" y="4405279"/>
            <a:ext cx="28747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A85869-E415-7775-B30E-D3C469859A58}"/>
              </a:ext>
            </a:extLst>
          </p:cNvPr>
          <p:cNvCxnSpPr>
            <a:cxnSpLocks/>
            <a:stCxn id="5" idx="1"/>
            <a:endCxn id="3" idx="6"/>
          </p:cNvCxnSpPr>
          <p:nvPr/>
        </p:nvCxnSpPr>
        <p:spPr>
          <a:xfrm flipH="1">
            <a:off x="6930390" y="4383936"/>
            <a:ext cx="2874732" cy="21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n 7">
            <a:extLst>
              <a:ext uri="{FF2B5EF4-FFF2-40B4-BE49-F238E27FC236}">
                <a16:creationId xmlns:a16="http://schemas.microsoft.com/office/drawing/2014/main" id="{86F0434D-79C3-51DB-51EF-67D92D6343E5}"/>
              </a:ext>
            </a:extLst>
          </p:cNvPr>
          <p:cNvSpPr/>
          <p:nvPr/>
        </p:nvSpPr>
        <p:spPr>
          <a:xfrm rot="5400000">
            <a:off x="5724785" y="377508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8EBCE572-0F7D-6ED8-EA4D-5C422FBC42B5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2F928992-52FC-8F30-D75C-51113E6182F0}"/>
              </a:ext>
            </a:extLst>
          </p:cNvPr>
          <p:cNvSpPr/>
          <p:nvPr/>
        </p:nvSpPr>
        <p:spPr>
          <a:xfrm rot="5400000">
            <a:off x="6247596" y="4504866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B68C1E52-461D-717A-FC65-B535E4CDC081}"/>
              </a:ext>
            </a:extLst>
          </p:cNvPr>
          <p:cNvSpPr/>
          <p:nvPr/>
        </p:nvSpPr>
        <p:spPr>
          <a:xfrm>
            <a:off x="8221810" y="5727276"/>
            <a:ext cx="2248952" cy="854430"/>
          </a:xfrm>
          <a:prstGeom prst="wedgeRoundRectCallout">
            <a:avLst>
              <a:gd name="adj1" fmla="val -106923"/>
              <a:gd name="adj2" fmla="val -654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RU" sz="2400" dirty="0"/>
              <a:t>Memory</a:t>
            </a:r>
            <a:br>
              <a:rPr lang="en-RU" sz="2400" dirty="0"/>
            </a:br>
            <a:r>
              <a:rPr lang="en-RU" sz="2400" dirty="0"/>
              <a:t>or file</a:t>
            </a:r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A617BDEE-356C-8DF0-538E-5C8B8F531E97}"/>
              </a:ext>
            </a:extLst>
          </p:cNvPr>
          <p:cNvSpPr/>
          <p:nvPr/>
        </p:nvSpPr>
        <p:spPr>
          <a:xfrm>
            <a:off x="5261610" y="5185818"/>
            <a:ext cx="1668780" cy="968673"/>
          </a:xfrm>
          <a:prstGeom prst="can">
            <a:avLst>
              <a:gd name="adj" fmla="val 1671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JetStream</a:t>
            </a:r>
          </a:p>
        </p:txBody>
      </p:sp>
    </p:spTree>
    <p:extLst>
      <p:ext uri="{BB962C8B-B14F-4D97-AF65-F5344CB8AC3E}">
        <p14:creationId xmlns:p14="http://schemas.microsoft.com/office/powerpoint/2010/main" val="4245124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n 16">
            <a:extLst>
              <a:ext uri="{FF2B5EF4-FFF2-40B4-BE49-F238E27FC236}">
                <a16:creationId xmlns:a16="http://schemas.microsoft.com/office/drawing/2014/main" id="{2577C60F-D8A1-236A-4942-67C39B8B3F4C}"/>
              </a:ext>
            </a:extLst>
          </p:cNvPr>
          <p:cNvSpPr/>
          <p:nvPr/>
        </p:nvSpPr>
        <p:spPr>
          <a:xfrm>
            <a:off x="5261610" y="5185818"/>
            <a:ext cx="1668780" cy="968673"/>
          </a:xfrm>
          <a:prstGeom prst="can">
            <a:avLst>
              <a:gd name="adj" fmla="val 1671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C31FC-1369-1800-2899-B74F523D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JetStream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6B9C9A-8AA8-FB61-AD90-AE702E03EB65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23444D-3789-EFDF-B289-069C15040801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CCA099-3268-E765-06D1-37B409E04398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116B0A-FD48-8FB6-C0C8-BB4921FB3130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2386878" y="4405279"/>
            <a:ext cx="28747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A85869-E415-7775-B30E-D3C469859A58}"/>
              </a:ext>
            </a:extLst>
          </p:cNvPr>
          <p:cNvCxnSpPr>
            <a:cxnSpLocks/>
            <a:stCxn id="5" idx="1"/>
            <a:endCxn id="3" idx="6"/>
          </p:cNvCxnSpPr>
          <p:nvPr/>
        </p:nvCxnSpPr>
        <p:spPr>
          <a:xfrm flipH="1">
            <a:off x="6930390" y="4383936"/>
            <a:ext cx="2874732" cy="21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n 7">
            <a:extLst>
              <a:ext uri="{FF2B5EF4-FFF2-40B4-BE49-F238E27FC236}">
                <a16:creationId xmlns:a16="http://schemas.microsoft.com/office/drawing/2014/main" id="{86F0434D-79C3-51DB-51EF-67D92D6343E5}"/>
              </a:ext>
            </a:extLst>
          </p:cNvPr>
          <p:cNvSpPr/>
          <p:nvPr/>
        </p:nvSpPr>
        <p:spPr>
          <a:xfrm rot="5400000">
            <a:off x="5724785" y="3775084"/>
            <a:ext cx="219614" cy="522811"/>
          </a:xfrm>
          <a:prstGeom prst="can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8EBCE572-0F7D-6ED8-EA4D-5C422FBC42B5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2F928992-52FC-8F30-D75C-51113E6182F0}"/>
              </a:ext>
            </a:extLst>
          </p:cNvPr>
          <p:cNvSpPr/>
          <p:nvPr/>
        </p:nvSpPr>
        <p:spPr>
          <a:xfrm rot="5400000">
            <a:off x="6247596" y="4504866"/>
            <a:ext cx="219614" cy="522811"/>
          </a:xfrm>
          <a:prstGeom prst="can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730FDAE4-E325-6590-1D83-A7FADEC2B6E9}"/>
              </a:ext>
            </a:extLst>
          </p:cNvPr>
          <p:cNvSpPr/>
          <p:nvPr/>
        </p:nvSpPr>
        <p:spPr>
          <a:xfrm rot="5400000">
            <a:off x="5704008" y="5314930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7DB5B8CE-2047-7C8D-AB9B-8AB232493DB2}"/>
              </a:ext>
            </a:extLst>
          </p:cNvPr>
          <p:cNvSpPr/>
          <p:nvPr/>
        </p:nvSpPr>
        <p:spPr>
          <a:xfrm rot="5400000">
            <a:off x="5986190" y="5460502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1B73AB31-9465-B150-460C-BB5EE3012803}"/>
              </a:ext>
            </a:extLst>
          </p:cNvPr>
          <p:cNvSpPr/>
          <p:nvPr/>
        </p:nvSpPr>
        <p:spPr>
          <a:xfrm rot="5400000">
            <a:off x="6268372" y="56060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AFB6DCCC-5018-A594-5C03-A68DCFFEABCC}"/>
              </a:ext>
            </a:extLst>
          </p:cNvPr>
          <p:cNvSpPr/>
          <p:nvPr/>
        </p:nvSpPr>
        <p:spPr>
          <a:xfrm>
            <a:off x="2113084" y="5831715"/>
            <a:ext cx="2248952" cy="854430"/>
          </a:xfrm>
          <a:prstGeom prst="wedgeRoundRectCallout">
            <a:avLst>
              <a:gd name="adj1" fmla="val 103505"/>
              <a:gd name="adj2" fmla="val -7670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RU" sz="2400" dirty="0"/>
              <a:t>Subjects</a:t>
            </a:r>
            <a:br>
              <a:rPr lang="en-RU" sz="2400" dirty="0"/>
            </a:br>
            <a:r>
              <a:rPr lang="en-RU" sz="2400" dirty="0"/>
              <a:t>are persistent</a:t>
            </a:r>
          </a:p>
        </p:txBody>
      </p:sp>
    </p:spTree>
    <p:extLst>
      <p:ext uri="{BB962C8B-B14F-4D97-AF65-F5344CB8AC3E}">
        <p14:creationId xmlns:p14="http://schemas.microsoft.com/office/powerpoint/2010/main" val="18974374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31FC-1369-1800-2899-B74F523D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JetStream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E6B9C9A-8AA8-FB61-AD90-AE702E03EB65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23444D-3789-EFDF-B289-069C15040801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CCA099-3268-E765-06D1-37B409E04398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116B0A-FD48-8FB6-C0C8-BB4921FB3130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2386878" y="4405279"/>
            <a:ext cx="28747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A85869-E415-7775-B30E-D3C469859A58}"/>
              </a:ext>
            </a:extLst>
          </p:cNvPr>
          <p:cNvCxnSpPr>
            <a:cxnSpLocks/>
            <a:stCxn id="5" idx="1"/>
            <a:endCxn id="3" idx="6"/>
          </p:cNvCxnSpPr>
          <p:nvPr/>
        </p:nvCxnSpPr>
        <p:spPr>
          <a:xfrm flipH="1">
            <a:off x="6930390" y="4383936"/>
            <a:ext cx="2874732" cy="21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n 7">
            <a:extLst>
              <a:ext uri="{FF2B5EF4-FFF2-40B4-BE49-F238E27FC236}">
                <a16:creationId xmlns:a16="http://schemas.microsoft.com/office/drawing/2014/main" id="{86F0434D-79C3-51DB-51EF-67D92D6343E5}"/>
              </a:ext>
            </a:extLst>
          </p:cNvPr>
          <p:cNvSpPr/>
          <p:nvPr/>
        </p:nvSpPr>
        <p:spPr>
          <a:xfrm rot="5400000">
            <a:off x="5724785" y="3775084"/>
            <a:ext cx="219614" cy="522811"/>
          </a:xfrm>
          <a:prstGeom prst="can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9" name="Can 8">
            <a:extLst>
              <a:ext uri="{FF2B5EF4-FFF2-40B4-BE49-F238E27FC236}">
                <a16:creationId xmlns:a16="http://schemas.microsoft.com/office/drawing/2014/main" id="{8EBCE572-0F7D-6ED8-EA4D-5C422FBC42B5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0" name="Can 9">
            <a:extLst>
              <a:ext uri="{FF2B5EF4-FFF2-40B4-BE49-F238E27FC236}">
                <a16:creationId xmlns:a16="http://schemas.microsoft.com/office/drawing/2014/main" id="{2F928992-52FC-8F30-D75C-51113E6182F0}"/>
              </a:ext>
            </a:extLst>
          </p:cNvPr>
          <p:cNvSpPr/>
          <p:nvPr/>
        </p:nvSpPr>
        <p:spPr>
          <a:xfrm rot="5400000">
            <a:off x="6247596" y="4504866"/>
            <a:ext cx="219614" cy="522811"/>
          </a:xfrm>
          <a:prstGeom prst="can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2" name="Can 11">
            <a:extLst>
              <a:ext uri="{FF2B5EF4-FFF2-40B4-BE49-F238E27FC236}">
                <a16:creationId xmlns:a16="http://schemas.microsoft.com/office/drawing/2014/main" id="{991AEBE8-93F8-1B4D-297C-33C9D631C34D}"/>
              </a:ext>
            </a:extLst>
          </p:cNvPr>
          <p:cNvSpPr/>
          <p:nvPr/>
        </p:nvSpPr>
        <p:spPr>
          <a:xfrm>
            <a:off x="5261610" y="5185818"/>
            <a:ext cx="1668780" cy="968673"/>
          </a:xfrm>
          <a:prstGeom prst="can">
            <a:avLst>
              <a:gd name="adj" fmla="val 1671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3C2216-5DDD-D5D7-9BF3-291A67D4D65E}"/>
              </a:ext>
            </a:extLst>
          </p:cNvPr>
          <p:cNvSpPr/>
          <p:nvPr/>
        </p:nvSpPr>
        <p:spPr>
          <a:xfrm>
            <a:off x="5414207" y="5430838"/>
            <a:ext cx="1403688" cy="58937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3" name="Can 12">
            <a:extLst>
              <a:ext uri="{FF2B5EF4-FFF2-40B4-BE49-F238E27FC236}">
                <a16:creationId xmlns:a16="http://schemas.microsoft.com/office/drawing/2014/main" id="{730FDAE4-E325-6590-1D83-A7FADEC2B6E9}"/>
              </a:ext>
            </a:extLst>
          </p:cNvPr>
          <p:cNvSpPr/>
          <p:nvPr/>
        </p:nvSpPr>
        <p:spPr>
          <a:xfrm rot="5400000">
            <a:off x="5704008" y="5314930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7DB5B8CE-2047-7C8D-AB9B-8AB232493DB2}"/>
              </a:ext>
            </a:extLst>
          </p:cNvPr>
          <p:cNvSpPr/>
          <p:nvPr/>
        </p:nvSpPr>
        <p:spPr>
          <a:xfrm rot="5400000">
            <a:off x="5986190" y="5460502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1B73AB31-9465-B150-460C-BB5EE3012803}"/>
              </a:ext>
            </a:extLst>
          </p:cNvPr>
          <p:cNvSpPr/>
          <p:nvPr/>
        </p:nvSpPr>
        <p:spPr>
          <a:xfrm rot="5400000">
            <a:off x="6268372" y="56060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AFB6DCCC-5018-A594-5C03-A68DCFFEABCC}"/>
              </a:ext>
            </a:extLst>
          </p:cNvPr>
          <p:cNvSpPr/>
          <p:nvPr/>
        </p:nvSpPr>
        <p:spPr>
          <a:xfrm>
            <a:off x="2113084" y="5831715"/>
            <a:ext cx="2248952" cy="854430"/>
          </a:xfrm>
          <a:prstGeom prst="wedgeRoundRectCallout">
            <a:avLst>
              <a:gd name="adj1" fmla="val 103505"/>
              <a:gd name="adj2" fmla="val -7670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RU" sz="2400" dirty="0"/>
              <a:t>Stream</a:t>
            </a:r>
            <a:br>
              <a:rPr lang="en-RU" sz="2400" dirty="0"/>
            </a:br>
            <a:r>
              <a:rPr lang="en-RU" sz="2400" dirty="0"/>
              <a:t>of subjects</a:t>
            </a:r>
          </a:p>
        </p:txBody>
      </p:sp>
    </p:spTree>
    <p:extLst>
      <p:ext uri="{BB962C8B-B14F-4D97-AF65-F5344CB8AC3E}">
        <p14:creationId xmlns:p14="http://schemas.microsoft.com/office/powerpoint/2010/main" val="9135404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31FC-1369-1800-2899-B74F523D5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NATS JetStream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B23444D-3789-EFDF-B289-069C15040801}"/>
              </a:ext>
            </a:extLst>
          </p:cNvPr>
          <p:cNvSpPr/>
          <p:nvPr/>
        </p:nvSpPr>
        <p:spPr>
          <a:xfrm>
            <a:off x="458836" y="213459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ECCA099-3268-E765-06D1-37B409E04398}"/>
              </a:ext>
            </a:extLst>
          </p:cNvPr>
          <p:cNvSpPr/>
          <p:nvPr/>
        </p:nvSpPr>
        <p:spPr>
          <a:xfrm>
            <a:off x="10414722" y="2180955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116B0A-FD48-8FB6-C0C8-BB4921FB3130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1790116" y="2800235"/>
            <a:ext cx="1431149" cy="26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A85869-E415-7775-B30E-D3C469859A58}"/>
              </a:ext>
            </a:extLst>
          </p:cNvPr>
          <p:cNvCxnSpPr>
            <a:cxnSpLocks/>
            <a:stCxn id="5" idx="1"/>
            <a:endCxn id="19" idx="6"/>
          </p:cNvCxnSpPr>
          <p:nvPr/>
        </p:nvCxnSpPr>
        <p:spPr>
          <a:xfrm flipH="1">
            <a:off x="8938646" y="2846595"/>
            <a:ext cx="1476076" cy="260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706E7A0-EE0D-789A-31EC-67922EAE0F76}"/>
              </a:ext>
            </a:extLst>
          </p:cNvPr>
          <p:cNvGrpSpPr/>
          <p:nvPr/>
        </p:nvGrpSpPr>
        <p:grpSpPr>
          <a:xfrm>
            <a:off x="3221265" y="1968445"/>
            <a:ext cx="1668780" cy="2583602"/>
            <a:chOff x="5261610" y="3570889"/>
            <a:chExt cx="1668780" cy="258360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E6B9C9A-8AA8-FB61-AD90-AE702E03EB65}"/>
                </a:ext>
              </a:extLst>
            </p:cNvPr>
            <p:cNvSpPr/>
            <p:nvPr/>
          </p:nvSpPr>
          <p:spPr>
            <a:xfrm>
              <a:off x="5261610" y="3570889"/>
              <a:ext cx="1668780" cy="16687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8" name="Can 7">
              <a:extLst>
                <a:ext uri="{FF2B5EF4-FFF2-40B4-BE49-F238E27FC236}">
                  <a16:creationId xmlns:a16="http://schemas.microsoft.com/office/drawing/2014/main" id="{86F0434D-79C3-51DB-51EF-67D92D6343E5}"/>
                </a:ext>
              </a:extLst>
            </p:cNvPr>
            <p:cNvSpPr/>
            <p:nvPr/>
          </p:nvSpPr>
          <p:spPr>
            <a:xfrm rot="5400000">
              <a:off x="5724785" y="3775084"/>
              <a:ext cx="219614" cy="522811"/>
            </a:xfrm>
            <a:prstGeom prst="can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9" name="Can 8">
              <a:extLst>
                <a:ext uri="{FF2B5EF4-FFF2-40B4-BE49-F238E27FC236}">
                  <a16:creationId xmlns:a16="http://schemas.microsoft.com/office/drawing/2014/main" id="{8EBCE572-0F7D-6ED8-EA4D-5C422FBC42B5}"/>
                </a:ext>
              </a:extLst>
            </p:cNvPr>
            <p:cNvSpPr/>
            <p:nvPr/>
          </p:nvSpPr>
          <p:spPr>
            <a:xfrm rot="5400000">
              <a:off x="5986191" y="4141274"/>
              <a:ext cx="219614" cy="522811"/>
            </a:xfrm>
            <a:prstGeom prst="can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10" name="Can 9">
              <a:extLst>
                <a:ext uri="{FF2B5EF4-FFF2-40B4-BE49-F238E27FC236}">
                  <a16:creationId xmlns:a16="http://schemas.microsoft.com/office/drawing/2014/main" id="{2F928992-52FC-8F30-D75C-51113E6182F0}"/>
                </a:ext>
              </a:extLst>
            </p:cNvPr>
            <p:cNvSpPr/>
            <p:nvPr/>
          </p:nvSpPr>
          <p:spPr>
            <a:xfrm rot="5400000">
              <a:off x="6247596" y="4504866"/>
              <a:ext cx="219614" cy="522811"/>
            </a:xfrm>
            <a:prstGeom prst="can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12" name="Can 11">
              <a:extLst>
                <a:ext uri="{FF2B5EF4-FFF2-40B4-BE49-F238E27FC236}">
                  <a16:creationId xmlns:a16="http://schemas.microsoft.com/office/drawing/2014/main" id="{991AEBE8-93F8-1B4D-297C-33C9D631C34D}"/>
                </a:ext>
              </a:extLst>
            </p:cNvPr>
            <p:cNvSpPr/>
            <p:nvPr/>
          </p:nvSpPr>
          <p:spPr>
            <a:xfrm>
              <a:off x="5261610" y="5185818"/>
              <a:ext cx="1668780" cy="968673"/>
            </a:xfrm>
            <a:prstGeom prst="can">
              <a:avLst>
                <a:gd name="adj" fmla="val 16719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53C2216-5DDD-D5D7-9BF3-291A67D4D65E}"/>
                </a:ext>
              </a:extLst>
            </p:cNvPr>
            <p:cNvSpPr/>
            <p:nvPr/>
          </p:nvSpPr>
          <p:spPr>
            <a:xfrm>
              <a:off x="5414207" y="5430838"/>
              <a:ext cx="1403688" cy="58937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</p:grp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AFB6DCCC-5018-A594-5C03-A68DCFFEABCC}"/>
              </a:ext>
            </a:extLst>
          </p:cNvPr>
          <p:cNvSpPr/>
          <p:nvPr/>
        </p:nvSpPr>
        <p:spPr>
          <a:xfrm>
            <a:off x="1186338" y="5332586"/>
            <a:ext cx="2248952" cy="854430"/>
          </a:xfrm>
          <a:prstGeom prst="wedgeRoundRectCallout">
            <a:avLst>
              <a:gd name="adj1" fmla="val 103505"/>
              <a:gd name="adj2" fmla="val -7670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2400" dirty="0"/>
              <a:t>Quorum</a:t>
            </a:r>
            <a:br>
              <a:rPr lang="en-US" sz="2400" dirty="0"/>
            </a:br>
            <a:r>
              <a:rPr lang="en-US" sz="2400" dirty="0"/>
              <a:t>r</a:t>
            </a:r>
            <a:r>
              <a:rPr lang="en-RU" sz="2400"/>
              <a:t>eplication</a:t>
            </a:r>
            <a:br>
              <a:rPr lang="en-RU" sz="2400" dirty="0"/>
            </a:br>
            <a:r>
              <a:rPr lang="en-RU" sz="2400" dirty="0"/>
              <a:t>of streams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7AB20F-BBD5-DB35-7DF7-90A4921D9D2F}"/>
              </a:ext>
            </a:extLst>
          </p:cNvPr>
          <p:cNvGrpSpPr/>
          <p:nvPr/>
        </p:nvGrpSpPr>
        <p:grpSpPr>
          <a:xfrm>
            <a:off x="7269866" y="2014805"/>
            <a:ext cx="1668780" cy="2583602"/>
            <a:chOff x="5261610" y="3570889"/>
            <a:chExt cx="1668780" cy="2583602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5C3707B-5DB6-4679-A9D3-79F937BE3BDA}"/>
                </a:ext>
              </a:extLst>
            </p:cNvPr>
            <p:cNvSpPr/>
            <p:nvPr/>
          </p:nvSpPr>
          <p:spPr>
            <a:xfrm>
              <a:off x="5261610" y="3570889"/>
              <a:ext cx="1668780" cy="16687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20" name="Can 19">
              <a:extLst>
                <a:ext uri="{FF2B5EF4-FFF2-40B4-BE49-F238E27FC236}">
                  <a16:creationId xmlns:a16="http://schemas.microsoft.com/office/drawing/2014/main" id="{A36E547C-D5A4-93C9-D2C3-CCB50B344649}"/>
                </a:ext>
              </a:extLst>
            </p:cNvPr>
            <p:cNvSpPr/>
            <p:nvPr/>
          </p:nvSpPr>
          <p:spPr>
            <a:xfrm rot="5400000">
              <a:off x="5724785" y="3775084"/>
              <a:ext cx="219614" cy="522811"/>
            </a:xfrm>
            <a:prstGeom prst="can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21" name="Can 20">
              <a:extLst>
                <a:ext uri="{FF2B5EF4-FFF2-40B4-BE49-F238E27FC236}">
                  <a16:creationId xmlns:a16="http://schemas.microsoft.com/office/drawing/2014/main" id="{5E55F843-5204-ACA1-04F9-988B6889A85F}"/>
                </a:ext>
              </a:extLst>
            </p:cNvPr>
            <p:cNvSpPr/>
            <p:nvPr/>
          </p:nvSpPr>
          <p:spPr>
            <a:xfrm rot="5400000">
              <a:off x="5986191" y="4141274"/>
              <a:ext cx="219614" cy="522811"/>
            </a:xfrm>
            <a:prstGeom prst="can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22" name="Can 21">
              <a:extLst>
                <a:ext uri="{FF2B5EF4-FFF2-40B4-BE49-F238E27FC236}">
                  <a16:creationId xmlns:a16="http://schemas.microsoft.com/office/drawing/2014/main" id="{20EF0BA3-54B6-6851-720F-2C963855CD63}"/>
                </a:ext>
              </a:extLst>
            </p:cNvPr>
            <p:cNvSpPr/>
            <p:nvPr/>
          </p:nvSpPr>
          <p:spPr>
            <a:xfrm rot="5400000">
              <a:off x="6247596" y="4504866"/>
              <a:ext cx="219614" cy="522811"/>
            </a:xfrm>
            <a:prstGeom prst="can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23" name="Can 22">
              <a:extLst>
                <a:ext uri="{FF2B5EF4-FFF2-40B4-BE49-F238E27FC236}">
                  <a16:creationId xmlns:a16="http://schemas.microsoft.com/office/drawing/2014/main" id="{E5A22BB6-21D9-A674-10F1-254C5487E1DA}"/>
                </a:ext>
              </a:extLst>
            </p:cNvPr>
            <p:cNvSpPr/>
            <p:nvPr/>
          </p:nvSpPr>
          <p:spPr>
            <a:xfrm>
              <a:off x="5261610" y="5185818"/>
              <a:ext cx="1668780" cy="968673"/>
            </a:xfrm>
            <a:prstGeom prst="can">
              <a:avLst>
                <a:gd name="adj" fmla="val 16719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0281847-37F9-7BED-5892-40B0FDB6F3C1}"/>
                </a:ext>
              </a:extLst>
            </p:cNvPr>
            <p:cNvSpPr/>
            <p:nvPr/>
          </p:nvSpPr>
          <p:spPr>
            <a:xfrm>
              <a:off x="5414207" y="5430838"/>
              <a:ext cx="1403688" cy="58937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8A97C99-DFF9-4918-2A17-CB7E6C625D01}"/>
              </a:ext>
            </a:extLst>
          </p:cNvPr>
          <p:cNvGrpSpPr/>
          <p:nvPr/>
        </p:nvGrpSpPr>
        <p:grpSpPr>
          <a:xfrm>
            <a:off x="5261610" y="3828394"/>
            <a:ext cx="1668780" cy="2583602"/>
            <a:chOff x="5261610" y="3570889"/>
            <a:chExt cx="1668780" cy="258360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4DE8C5F-D9DF-49A9-0891-31836B0C202A}"/>
                </a:ext>
              </a:extLst>
            </p:cNvPr>
            <p:cNvSpPr/>
            <p:nvPr/>
          </p:nvSpPr>
          <p:spPr>
            <a:xfrm>
              <a:off x="5261610" y="3570889"/>
              <a:ext cx="1668780" cy="166878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27" name="Can 26">
              <a:extLst>
                <a:ext uri="{FF2B5EF4-FFF2-40B4-BE49-F238E27FC236}">
                  <a16:creationId xmlns:a16="http://schemas.microsoft.com/office/drawing/2014/main" id="{28ED82F6-33A5-26D0-948F-425E766A5664}"/>
                </a:ext>
              </a:extLst>
            </p:cNvPr>
            <p:cNvSpPr/>
            <p:nvPr/>
          </p:nvSpPr>
          <p:spPr>
            <a:xfrm rot="5400000">
              <a:off x="5724785" y="3775084"/>
              <a:ext cx="219614" cy="522811"/>
            </a:xfrm>
            <a:prstGeom prst="can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28" name="Can 27">
              <a:extLst>
                <a:ext uri="{FF2B5EF4-FFF2-40B4-BE49-F238E27FC236}">
                  <a16:creationId xmlns:a16="http://schemas.microsoft.com/office/drawing/2014/main" id="{3135377D-7EE2-AFC8-7663-8A2B3D1CFD35}"/>
                </a:ext>
              </a:extLst>
            </p:cNvPr>
            <p:cNvSpPr/>
            <p:nvPr/>
          </p:nvSpPr>
          <p:spPr>
            <a:xfrm rot="5400000">
              <a:off x="5986191" y="4141274"/>
              <a:ext cx="219614" cy="522811"/>
            </a:xfrm>
            <a:prstGeom prst="can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29" name="Can 28">
              <a:extLst>
                <a:ext uri="{FF2B5EF4-FFF2-40B4-BE49-F238E27FC236}">
                  <a16:creationId xmlns:a16="http://schemas.microsoft.com/office/drawing/2014/main" id="{E7693E2A-5868-400F-5C8C-8ADC5A9DEB15}"/>
                </a:ext>
              </a:extLst>
            </p:cNvPr>
            <p:cNvSpPr/>
            <p:nvPr/>
          </p:nvSpPr>
          <p:spPr>
            <a:xfrm rot="5400000">
              <a:off x="6247596" y="4504866"/>
              <a:ext cx="219614" cy="522811"/>
            </a:xfrm>
            <a:prstGeom prst="can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30" name="Can 29">
              <a:extLst>
                <a:ext uri="{FF2B5EF4-FFF2-40B4-BE49-F238E27FC236}">
                  <a16:creationId xmlns:a16="http://schemas.microsoft.com/office/drawing/2014/main" id="{66CC799C-F014-3B56-DDD1-C1E3C42516CD}"/>
                </a:ext>
              </a:extLst>
            </p:cNvPr>
            <p:cNvSpPr/>
            <p:nvPr/>
          </p:nvSpPr>
          <p:spPr>
            <a:xfrm>
              <a:off x="5261610" y="5185818"/>
              <a:ext cx="1668780" cy="968673"/>
            </a:xfrm>
            <a:prstGeom prst="can">
              <a:avLst>
                <a:gd name="adj" fmla="val 16719"/>
              </a:avLst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1D9C3FD-3C07-7DFB-AAAB-86369477A1CA}"/>
                </a:ext>
              </a:extLst>
            </p:cNvPr>
            <p:cNvSpPr/>
            <p:nvPr/>
          </p:nvSpPr>
          <p:spPr>
            <a:xfrm>
              <a:off x="5414207" y="5430838"/>
              <a:ext cx="1403688" cy="589370"/>
            </a:xfrm>
            <a:prstGeom prst="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2400" dirty="0"/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F1EFD71-3D31-4BA8-3EC4-0D8818B9BF1A}"/>
              </a:ext>
            </a:extLst>
          </p:cNvPr>
          <p:cNvCxnSpPr>
            <a:cxnSpLocks/>
            <a:stCxn id="11" idx="2"/>
            <a:endCxn id="31" idx="1"/>
          </p:cNvCxnSpPr>
          <p:nvPr/>
        </p:nvCxnSpPr>
        <p:spPr>
          <a:xfrm>
            <a:off x="4075706" y="4417764"/>
            <a:ext cx="1338501" cy="1565264"/>
          </a:xfrm>
          <a:prstGeom prst="straightConnector1">
            <a:avLst/>
          </a:prstGeom>
          <a:ln w="38100">
            <a:solidFill>
              <a:schemeClr val="accent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C6DC4DB-AB8D-5841-3571-CA4713E8CAE9}"/>
              </a:ext>
            </a:extLst>
          </p:cNvPr>
          <p:cNvCxnSpPr>
            <a:cxnSpLocks/>
            <a:stCxn id="11" idx="3"/>
            <a:endCxn id="24" idx="1"/>
          </p:cNvCxnSpPr>
          <p:nvPr/>
        </p:nvCxnSpPr>
        <p:spPr>
          <a:xfrm>
            <a:off x="4777550" y="4123079"/>
            <a:ext cx="2644913" cy="46360"/>
          </a:xfrm>
          <a:prstGeom prst="straightConnector1">
            <a:avLst/>
          </a:prstGeom>
          <a:ln w="38100">
            <a:solidFill>
              <a:schemeClr val="accent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E689DCF-9059-441B-BE78-1918F28338C3}"/>
              </a:ext>
            </a:extLst>
          </p:cNvPr>
          <p:cNvCxnSpPr>
            <a:cxnSpLocks/>
            <a:stCxn id="31" idx="3"/>
            <a:endCxn id="24" idx="2"/>
          </p:cNvCxnSpPr>
          <p:nvPr/>
        </p:nvCxnSpPr>
        <p:spPr>
          <a:xfrm flipV="1">
            <a:off x="6817895" y="4464124"/>
            <a:ext cx="1306412" cy="1518904"/>
          </a:xfrm>
          <a:prstGeom prst="straightConnector1">
            <a:avLst/>
          </a:prstGeom>
          <a:ln w="38100">
            <a:solidFill>
              <a:schemeClr val="accent3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7429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2725-F75D-402B-A2EF-16A4BE3B3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57930-F02A-A339-972B-F46EDA44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/>
              <a:t>NATS </a:t>
            </a:r>
            <a:r>
              <a:rPr lang="en-US" dirty="0" err="1"/>
              <a:t>JetStream</a:t>
            </a:r>
            <a:r>
              <a:rPr lang="en-US" dirty="0"/>
              <a:t>: Persistence &amp; Streaming</a:t>
            </a:r>
            <a:endParaRPr lang="en-RU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65873A4-DFBB-D6DB-9AEB-708085FFEC58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16E1BC2-AF4C-EC3E-A8D2-CB5F658D07B7}"/>
              </a:ext>
            </a:extLst>
          </p:cNvPr>
          <p:cNvSpPr/>
          <p:nvPr/>
        </p:nvSpPr>
        <p:spPr>
          <a:xfrm>
            <a:off x="3991565" y="425612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Core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05CB137-8207-3361-F5BC-09C518841FFD}"/>
              </a:ext>
            </a:extLst>
          </p:cNvPr>
          <p:cNvSpPr/>
          <p:nvPr/>
        </p:nvSpPr>
        <p:spPr>
          <a:xfrm>
            <a:off x="6609301" y="4256129"/>
            <a:ext cx="1668780" cy="166878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JetStream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9849EE1-A769-C103-F6CB-E81A2F22A66E}"/>
              </a:ext>
            </a:extLst>
          </p:cNvPr>
          <p:cNvSpPr/>
          <p:nvPr/>
        </p:nvSpPr>
        <p:spPr>
          <a:xfrm>
            <a:off x="5261610" y="2167790"/>
            <a:ext cx="1668780" cy="166878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RU" sz="2400" dirty="0"/>
              <a:t>NATS</a:t>
            </a:r>
            <a:br>
              <a:rPr lang="en-RU" sz="2400" dirty="0"/>
            </a:br>
            <a:r>
              <a:rPr lang="en-RU" sz="2400" dirty="0"/>
              <a:t>Clustering</a:t>
            </a:r>
          </a:p>
        </p:txBody>
      </p:sp>
    </p:spTree>
    <p:extLst>
      <p:ext uri="{BB962C8B-B14F-4D97-AF65-F5344CB8AC3E}">
        <p14:creationId xmlns:p14="http://schemas.microsoft.com/office/powerpoint/2010/main" val="2494550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004E-5CAC-B08A-549E-135B355A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JetStream Consumers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B40E9-F51A-81AE-38E7-0D193015E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345210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BFAE-D81C-9B2C-FAD1-36BF8881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/>
              <a:t>NATS Consumer</a:t>
            </a:r>
            <a:endParaRPr lang="en-RU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8AF16-D431-ABD2-6170-E2428C2BB946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DDAD12-135C-E527-C1CD-5FF662816982}"/>
              </a:ext>
            </a:extLst>
          </p:cNvPr>
          <p:cNvSpPr/>
          <p:nvPr/>
        </p:nvSpPr>
        <p:spPr>
          <a:xfrm>
            <a:off x="1055598" y="3739639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Producer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FEB7DB-F2EC-E2E2-7B06-6E7589352969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4E3EF9-3856-2AAF-0480-37951337FE37}"/>
              </a:ext>
            </a:extLst>
          </p:cNvPr>
          <p:cNvCxnSpPr>
            <a:cxnSpLocks/>
            <a:stCxn id="4" idx="3"/>
            <a:endCxn id="3" idx="2"/>
          </p:cNvCxnSpPr>
          <p:nvPr/>
        </p:nvCxnSpPr>
        <p:spPr>
          <a:xfrm>
            <a:off x="2386878" y="4405279"/>
            <a:ext cx="287473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F4D210B-E266-558C-C518-AAECAEE23E0C}"/>
              </a:ext>
            </a:extLst>
          </p:cNvPr>
          <p:cNvCxnSpPr>
            <a:cxnSpLocks/>
            <a:stCxn id="6" idx="1"/>
            <a:endCxn id="3" idx="6"/>
          </p:cNvCxnSpPr>
          <p:nvPr/>
        </p:nvCxnSpPr>
        <p:spPr>
          <a:xfrm flipH="1">
            <a:off x="6930390" y="4383936"/>
            <a:ext cx="2874732" cy="2134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n 16">
            <a:extLst>
              <a:ext uri="{FF2B5EF4-FFF2-40B4-BE49-F238E27FC236}">
                <a16:creationId xmlns:a16="http://schemas.microsoft.com/office/drawing/2014/main" id="{24D40537-291D-8510-1681-DC14A41818F0}"/>
              </a:ext>
            </a:extLst>
          </p:cNvPr>
          <p:cNvSpPr/>
          <p:nvPr/>
        </p:nvSpPr>
        <p:spPr>
          <a:xfrm rot="5400000">
            <a:off x="5724785" y="377508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8" name="Can 17">
            <a:extLst>
              <a:ext uri="{FF2B5EF4-FFF2-40B4-BE49-F238E27FC236}">
                <a16:creationId xmlns:a16="http://schemas.microsoft.com/office/drawing/2014/main" id="{40C4028F-CBEA-A69F-7030-C45DCF374CCA}"/>
              </a:ext>
            </a:extLst>
          </p:cNvPr>
          <p:cNvSpPr/>
          <p:nvPr/>
        </p:nvSpPr>
        <p:spPr>
          <a:xfrm rot="5400000">
            <a:off x="5986191" y="41412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9" name="Can 18">
            <a:extLst>
              <a:ext uri="{FF2B5EF4-FFF2-40B4-BE49-F238E27FC236}">
                <a16:creationId xmlns:a16="http://schemas.microsoft.com/office/drawing/2014/main" id="{EEC622E2-12B4-50FB-9AD6-A1A9BD9F9903}"/>
              </a:ext>
            </a:extLst>
          </p:cNvPr>
          <p:cNvSpPr/>
          <p:nvPr/>
        </p:nvSpPr>
        <p:spPr>
          <a:xfrm rot="5400000">
            <a:off x="6247596" y="4504866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20" name="Rounded Rectangular Callout 19">
            <a:extLst>
              <a:ext uri="{FF2B5EF4-FFF2-40B4-BE49-F238E27FC236}">
                <a16:creationId xmlns:a16="http://schemas.microsoft.com/office/drawing/2014/main" id="{F1B83CA1-84F5-139D-3DDF-9E663E1CBA7A}"/>
              </a:ext>
            </a:extLst>
          </p:cNvPr>
          <p:cNvSpPr/>
          <p:nvPr/>
        </p:nvSpPr>
        <p:spPr>
          <a:xfrm>
            <a:off x="6357403" y="2003612"/>
            <a:ext cx="1912537" cy="854430"/>
          </a:xfrm>
          <a:prstGeom prst="wedgeRoundRectCallout">
            <a:avLst>
              <a:gd name="adj1" fmla="val -65551"/>
              <a:gd name="adj2" fmla="val 17675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RU" sz="2400"/>
              <a:t>Subjects</a:t>
            </a:r>
            <a:endParaRPr lang="en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BD8483-DD3A-0BA4-29EF-0E50FABF998F}"/>
              </a:ext>
            </a:extLst>
          </p:cNvPr>
          <p:cNvSpPr txBox="1"/>
          <p:nvPr/>
        </p:nvSpPr>
        <p:spPr>
          <a:xfrm>
            <a:off x="3014567" y="392668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8D925-B24B-72DF-6809-3A81B2E36DCA}"/>
              </a:ext>
            </a:extLst>
          </p:cNvPr>
          <p:cNvSpPr txBox="1"/>
          <p:nvPr/>
        </p:nvSpPr>
        <p:spPr>
          <a:xfrm>
            <a:off x="7560536" y="4453142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a.b.c.d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67038-2833-BAF8-9112-0487F2A0F1D4}"/>
              </a:ext>
            </a:extLst>
          </p:cNvPr>
          <p:cNvSpPr txBox="1"/>
          <p:nvPr/>
        </p:nvSpPr>
        <p:spPr>
          <a:xfrm>
            <a:off x="7555622" y="4754073"/>
            <a:ext cx="1636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a.b.*.d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631A63-9BE3-4B9E-720E-8A70B730A9A3}"/>
              </a:ext>
            </a:extLst>
          </p:cNvPr>
          <p:cNvSpPr txBox="1"/>
          <p:nvPr/>
        </p:nvSpPr>
        <p:spPr>
          <a:xfrm>
            <a:off x="7541215" y="5070919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</a:t>
            </a:r>
            <a:r>
              <a:rPr lang="en-RU" dirty="0"/>
              <a:t>ubject: a.b.&gt;</a:t>
            </a:r>
          </a:p>
        </p:txBody>
      </p:sp>
    </p:spTree>
    <p:extLst>
      <p:ext uri="{BB962C8B-B14F-4D97-AF65-F5344CB8AC3E}">
        <p14:creationId xmlns:p14="http://schemas.microsoft.com/office/powerpoint/2010/main" val="32581986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80550-F3A1-82E1-03B2-90A29C846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A5A3-37CA-DBBD-0EA7-E538776C8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/>
              <a:t>NATS JetStream Consumer</a:t>
            </a:r>
            <a:r>
              <a:rPr lang="en-US" dirty="0"/>
              <a:t> (Durable)</a:t>
            </a:r>
            <a:endParaRPr lang="en-RU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F0D3577-2C8F-F970-F4C2-552271593DF1}"/>
              </a:ext>
            </a:extLst>
          </p:cNvPr>
          <p:cNvSpPr/>
          <p:nvPr/>
        </p:nvSpPr>
        <p:spPr>
          <a:xfrm>
            <a:off x="5261610" y="3570889"/>
            <a:ext cx="1668780" cy="16687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RU" sz="24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D79D2B-23BD-A2D3-D8A5-A954345A4214}"/>
              </a:ext>
            </a:extLst>
          </p:cNvPr>
          <p:cNvSpPr/>
          <p:nvPr/>
        </p:nvSpPr>
        <p:spPr>
          <a:xfrm>
            <a:off x="9805122" y="3718296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31FBF7-65EE-9983-EB64-FBD1FAA35C66}"/>
              </a:ext>
            </a:extLst>
          </p:cNvPr>
          <p:cNvCxnSpPr>
            <a:cxnSpLocks/>
            <a:stCxn id="6" idx="1"/>
            <a:endCxn id="16" idx="3"/>
          </p:cNvCxnSpPr>
          <p:nvPr/>
        </p:nvCxnSpPr>
        <p:spPr>
          <a:xfrm flipH="1">
            <a:off x="6811207" y="4383936"/>
            <a:ext cx="2993915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n 10">
            <a:extLst>
              <a:ext uri="{FF2B5EF4-FFF2-40B4-BE49-F238E27FC236}">
                <a16:creationId xmlns:a16="http://schemas.microsoft.com/office/drawing/2014/main" id="{0D1E2FA4-D723-4E6C-2BE8-B520727F4A47}"/>
              </a:ext>
            </a:extLst>
          </p:cNvPr>
          <p:cNvSpPr/>
          <p:nvPr/>
        </p:nvSpPr>
        <p:spPr>
          <a:xfrm>
            <a:off x="5261610" y="5185818"/>
            <a:ext cx="1668780" cy="968673"/>
          </a:xfrm>
          <a:prstGeom prst="can">
            <a:avLst>
              <a:gd name="adj" fmla="val 1671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2" name="Can 11">
            <a:extLst>
              <a:ext uri="{FF2B5EF4-FFF2-40B4-BE49-F238E27FC236}">
                <a16:creationId xmlns:a16="http://schemas.microsoft.com/office/drawing/2014/main" id="{0985689E-30AA-5631-98BB-2BC600134012}"/>
              </a:ext>
            </a:extLst>
          </p:cNvPr>
          <p:cNvSpPr/>
          <p:nvPr/>
        </p:nvSpPr>
        <p:spPr>
          <a:xfrm rot="5400000">
            <a:off x="5704008" y="5314930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7602C2F0-D2FD-3377-2B21-1390A45B531F}"/>
              </a:ext>
            </a:extLst>
          </p:cNvPr>
          <p:cNvSpPr/>
          <p:nvPr/>
        </p:nvSpPr>
        <p:spPr>
          <a:xfrm rot="5400000">
            <a:off x="5986190" y="5460502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38B3CC50-192C-8655-5160-8D006B80B7E7}"/>
              </a:ext>
            </a:extLst>
          </p:cNvPr>
          <p:cNvSpPr/>
          <p:nvPr/>
        </p:nvSpPr>
        <p:spPr>
          <a:xfrm rot="5400000">
            <a:off x="6268372" y="5606074"/>
            <a:ext cx="219614" cy="522811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C7144C9-16ED-4F8C-B084-D5EDC3D8189C}"/>
              </a:ext>
            </a:extLst>
          </p:cNvPr>
          <p:cNvSpPr/>
          <p:nvPr/>
        </p:nvSpPr>
        <p:spPr>
          <a:xfrm>
            <a:off x="5401733" y="4210158"/>
            <a:ext cx="1409474" cy="3475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GB" sz="2000" dirty="0"/>
              <a:t>J</a:t>
            </a:r>
            <a:r>
              <a:rPr lang="en-RU" sz="2000" dirty="0"/>
              <a:t>s consumer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41A91E-7E83-F8DC-C741-717622CE560C}"/>
              </a:ext>
            </a:extLst>
          </p:cNvPr>
          <p:cNvCxnSpPr>
            <a:cxnSpLocks/>
            <a:stCxn id="16" idx="2"/>
            <a:endCxn id="12" idx="2"/>
          </p:cNvCxnSpPr>
          <p:nvPr/>
        </p:nvCxnSpPr>
        <p:spPr>
          <a:xfrm flipH="1">
            <a:off x="5813815" y="4557713"/>
            <a:ext cx="292655" cy="9088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n 21">
            <a:extLst>
              <a:ext uri="{FF2B5EF4-FFF2-40B4-BE49-F238E27FC236}">
                <a16:creationId xmlns:a16="http://schemas.microsoft.com/office/drawing/2014/main" id="{EF14A2DB-7DC7-D958-7DA7-AE25BDCF2BAF}"/>
              </a:ext>
            </a:extLst>
          </p:cNvPr>
          <p:cNvSpPr/>
          <p:nvPr/>
        </p:nvSpPr>
        <p:spPr>
          <a:xfrm flipH="1">
            <a:off x="6539298" y="5367657"/>
            <a:ext cx="351420" cy="219615"/>
          </a:xfrm>
          <a:prstGeom prst="can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57D529-A762-DD6E-973D-B70213018AC1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6106470" y="4557713"/>
            <a:ext cx="608538" cy="8648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5967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28B277-67C1-D9F3-ABD5-DE680752059D}"/>
              </a:ext>
            </a:extLst>
          </p:cNvPr>
          <p:cNvSpPr txBox="1"/>
          <p:nvPr/>
        </p:nvSpPr>
        <p:spPr>
          <a:xfrm>
            <a:off x="2926197" y="3831368"/>
            <a:ext cx="6100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RU" sz="4000" dirty="0"/>
              <a:t>Explicit</a:t>
            </a:r>
          </a:p>
        </p:txBody>
      </p:sp>
    </p:spTree>
    <p:extLst>
      <p:ext uri="{BB962C8B-B14F-4D97-AF65-F5344CB8AC3E}">
        <p14:creationId xmlns:p14="http://schemas.microsoft.com/office/powerpoint/2010/main" val="24122389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Explicit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7378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Explicit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30435696-0971-86CA-30C4-24476DED9C31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2EAE69-5975-AE22-EA91-305AC7D8FCD7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2182506" y="2786535"/>
            <a:ext cx="0" cy="268803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492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Explicit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30435696-0971-86CA-30C4-24476DED9C31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2EAE69-5975-AE22-EA91-305AC7D8FCD7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2182506" y="2786535"/>
            <a:ext cx="0" cy="268803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lus 44">
            <a:extLst>
              <a:ext uri="{FF2B5EF4-FFF2-40B4-BE49-F238E27FC236}">
                <a16:creationId xmlns:a16="http://schemas.microsoft.com/office/drawing/2014/main" id="{FC336C0E-B7CD-D7AB-8801-335D665A91B3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71E6BD5-C7B6-CA63-5404-89A03CC50672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3365436" y="2786534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0143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Explicit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30435696-0971-86CA-30C4-24476DED9C31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2EAE69-5975-AE22-EA91-305AC7D8FCD7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2182506" y="2786535"/>
            <a:ext cx="0" cy="268803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lus 44">
            <a:extLst>
              <a:ext uri="{FF2B5EF4-FFF2-40B4-BE49-F238E27FC236}">
                <a16:creationId xmlns:a16="http://schemas.microsoft.com/office/drawing/2014/main" id="{FC336C0E-B7CD-D7AB-8801-335D665A91B3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71E6BD5-C7B6-CA63-5404-89A03CC50672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3365436" y="2786534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FEBD0B-4290-64BD-9824-AAA36E538431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AEC405-E131-9CCD-FD99-1ACEB56634AD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7717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Explicit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30435696-0971-86CA-30C4-24476DED9C31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2EAE69-5975-AE22-EA91-305AC7D8FCD7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2182506" y="2786535"/>
            <a:ext cx="0" cy="268803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lus 44">
            <a:extLst>
              <a:ext uri="{FF2B5EF4-FFF2-40B4-BE49-F238E27FC236}">
                <a16:creationId xmlns:a16="http://schemas.microsoft.com/office/drawing/2014/main" id="{FC336C0E-B7CD-D7AB-8801-335D665A91B3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B88395BD-BA8B-A1A2-22C9-2629047ED23B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41D4914D-7DA9-2929-3D9C-26A5EFD18D45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71E6BD5-C7B6-CA63-5404-89A03CC50672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3365436" y="2786534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C5B8849-BE9F-9C6E-AFA1-03E270822360}"/>
              </a:ext>
            </a:extLst>
          </p:cNvPr>
          <p:cNvCxnSpPr>
            <a:cxnSpLocks/>
          </p:cNvCxnSpPr>
          <p:nvPr/>
        </p:nvCxnSpPr>
        <p:spPr>
          <a:xfrm flipV="1">
            <a:off x="4548366" y="2786533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AE42D8A-0D36-EDFA-5A56-9D3495EFBEC4}"/>
              </a:ext>
            </a:extLst>
          </p:cNvPr>
          <p:cNvCxnSpPr>
            <a:cxnSpLocks/>
          </p:cNvCxnSpPr>
          <p:nvPr/>
        </p:nvCxnSpPr>
        <p:spPr>
          <a:xfrm flipV="1">
            <a:off x="5731296" y="2786532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FEBD0B-4290-64BD-9824-AAA36E538431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AEC405-E131-9CCD-FD99-1ACEB56634AD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30682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Explicit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30435696-0971-86CA-30C4-24476DED9C31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2EAE69-5975-AE22-EA91-305AC7D8FCD7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2182506" y="2786535"/>
            <a:ext cx="0" cy="268803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lus 44">
            <a:extLst>
              <a:ext uri="{FF2B5EF4-FFF2-40B4-BE49-F238E27FC236}">
                <a16:creationId xmlns:a16="http://schemas.microsoft.com/office/drawing/2014/main" id="{FC336C0E-B7CD-D7AB-8801-335D665A91B3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B88395BD-BA8B-A1A2-22C9-2629047ED23B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41D4914D-7DA9-2929-3D9C-26A5EFD18D45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71E6BD5-C7B6-CA63-5404-89A03CC50672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3365436" y="2786534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C5B8849-BE9F-9C6E-AFA1-03E270822360}"/>
              </a:ext>
            </a:extLst>
          </p:cNvPr>
          <p:cNvCxnSpPr>
            <a:cxnSpLocks/>
          </p:cNvCxnSpPr>
          <p:nvPr/>
        </p:nvCxnSpPr>
        <p:spPr>
          <a:xfrm flipV="1">
            <a:off x="4548366" y="2786533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AE42D8A-0D36-EDFA-5A56-9D3495EFBEC4}"/>
              </a:ext>
            </a:extLst>
          </p:cNvPr>
          <p:cNvCxnSpPr>
            <a:cxnSpLocks/>
          </p:cNvCxnSpPr>
          <p:nvPr/>
        </p:nvCxnSpPr>
        <p:spPr>
          <a:xfrm flipV="1">
            <a:off x="5731296" y="2786532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FEBD0B-4290-64BD-9824-AAA36E538431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AEC405-E131-9CCD-FD99-1ACEB56634AD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9A3F446-8A87-B385-C9E2-D31DC8A49B63}"/>
              </a:ext>
            </a:extLst>
          </p:cNvPr>
          <p:cNvCxnSpPr>
            <a:cxnSpLocks/>
          </p:cNvCxnSpPr>
          <p:nvPr/>
        </p:nvCxnSpPr>
        <p:spPr>
          <a:xfrm>
            <a:off x="6654933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B378A69-B890-C394-F367-8B239443D071}"/>
              </a:ext>
            </a:extLst>
          </p:cNvPr>
          <p:cNvCxnSpPr>
            <a:cxnSpLocks/>
          </p:cNvCxnSpPr>
          <p:nvPr/>
        </p:nvCxnSpPr>
        <p:spPr>
          <a:xfrm>
            <a:off x="7839150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6EBE657-C761-8CE2-CB30-14C3E0591410}"/>
              </a:ext>
            </a:extLst>
          </p:cNvPr>
          <p:cNvCxnSpPr>
            <a:cxnSpLocks/>
          </p:cNvCxnSpPr>
          <p:nvPr/>
        </p:nvCxnSpPr>
        <p:spPr>
          <a:xfrm>
            <a:off x="9023367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9E539A5-1472-6849-25FA-EA30E9E9E073}"/>
              </a:ext>
            </a:extLst>
          </p:cNvPr>
          <p:cNvCxnSpPr>
            <a:cxnSpLocks/>
          </p:cNvCxnSpPr>
          <p:nvPr/>
        </p:nvCxnSpPr>
        <p:spPr>
          <a:xfrm>
            <a:off x="10207584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5024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Explicit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30435696-0971-86CA-30C4-24476DED9C31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2EAE69-5975-AE22-EA91-305AC7D8FCD7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2182506" y="2786535"/>
            <a:ext cx="0" cy="268803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lus 44">
            <a:extLst>
              <a:ext uri="{FF2B5EF4-FFF2-40B4-BE49-F238E27FC236}">
                <a16:creationId xmlns:a16="http://schemas.microsoft.com/office/drawing/2014/main" id="{FC336C0E-B7CD-D7AB-8801-335D665A91B3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B88395BD-BA8B-A1A2-22C9-2629047ED23B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41D4914D-7DA9-2929-3D9C-26A5EFD18D45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8" name="Plus 47">
            <a:extLst>
              <a:ext uri="{FF2B5EF4-FFF2-40B4-BE49-F238E27FC236}">
                <a16:creationId xmlns:a16="http://schemas.microsoft.com/office/drawing/2014/main" id="{3AB830FD-608F-94B9-A710-8B7CBD524FFC}"/>
              </a:ext>
            </a:extLst>
          </p:cNvPr>
          <p:cNvSpPr/>
          <p:nvPr/>
        </p:nvSpPr>
        <p:spPr>
          <a:xfrm>
            <a:off x="6673077" y="2368156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9" name="Plus 48">
            <a:extLst>
              <a:ext uri="{FF2B5EF4-FFF2-40B4-BE49-F238E27FC236}">
                <a16:creationId xmlns:a16="http://schemas.microsoft.com/office/drawing/2014/main" id="{71930232-8C5E-618D-2452-4C0ECEF1533A}"/>
              </a:ext>
            </a:extLst>
          </p:cNvPr>
          <p:cNvSpPr/>
          <p:nvPr/>
        </p:nvSpPr>
        <p:spPr>
          <a:xfrm>
            <a:off x="7856008" y="2368155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0" name="Plus 49">
            <a:extLst>
              <a:ext uri="{FF2B5EF4-FFF2-40B4-BE49-F238E27FC236}">
                <a16:creationId xmlns:a16="http://schemas.microsoft.com/office/drawing/2014/main" id="{DA02ED2A-C42F-DC1A-8231-B4F5F5E44981}"/>
              </a:ext>
            </a:extLst>
          </p:cNvPr>
          <p:cNvSpPr/>
          <p:nvPr/>
        </p:nvSpPr>
        <p:spPr>
          <a:xfrm>
            <a:off x="9038939" y="2368154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1" name="Plus 50">
            <a:extLst>
              <a:ext uri="{FF2B5EF4-FFF2-40B4-BE49-F238E27FC236}">
                <a16:creationId xmlns:a16="http://schemas.microsoft.com/office/drawing/2014/main" id="{48FCE7FB-7AEE-CF92-72D2-3BB35CBEC6D8}"/>
              </a:ext>
            </a:extLst>
          </p:cNvPr>
          <p:cNvSpPr/>
          <p:nvPr/>
        </p:nvSpPr>
        <p:spPr>
          <a:xfrm>
            <a:off x="10221870" y="2368153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71E6BD5-C7B6-CA63-5404-89A03CC50672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3365436" y="2786534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C5B8849-BE9F-9C6E-AFA1-03E270822360}"/>
              </a:ext>
            </a:extLst>
          </p:cNvPr>
          <p:cNvCxnSpPr>
            <a:cxnSpLocks/>
          </p:cNvCxnSpPr>
          <p:nvPr/>
        </p:nvCxnSpPr>
        <p:spPr>
          <a:xfrm flipV="1">
            <a:off x="4548366" y="2786533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AE42D8A-0D36-EDFA-5A56-9D3495EFBEC4}"/>
              </a:ext>
            </a:extLst>
          </p:cNvPr>
          <p:cNvCxnSpPr>
            <a:cxnSpLocks/>
          </p:cNvCxnSpPr>
          <p:nvPr/>
        </p:nvCxnSpPr>
        <p:spPr>
          <a:xfrm flipV="1">
            <a:off x="5731296" y="2786532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B2ADC97-1E41-CFB7-E217-F2648AB91B90}"/>
              </a:ext>
            </a:extLst>
          </p:cNvPr>
          <p:cNvCxnSpPr>
            <a:cxnSpLocks/>
          </p:cNvCxnSpPr>
          <p:nvPr/>
        </p:nvCxnSpPr>
        <p:spPr>
          <a:xfrm flipV="1">
            <a:off x="6914226" y="2786531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018F08C-DA76-2E6B-7D23-F8CB617F8544}"/>
              </a:ext>
            </a:extLst>
          </p:cNvPr>
          <p:cNvCxnSpPr>
            <a:cxnSpLocks/>
          </p:cNvCxnSpPr>
          <p:nvPr/>
        </p:nvCxnSpPr>
        <p:spPr>
          <a:xfrm flipV="1">
            <a:off x="8097156" y="2786530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07D999D-45CC-8DB2-92B4-58908886ED55}"/>
              </a:ext>
            </a:extLst>
          </p:cNvPr>
          <p:cNvCxnSpPr>
            <a:cxnSpLocks/>
          </p:cNvCxnSpPr>
          <p:nvPr/>
        </p:nvCxnSpPr>
        <p:spPr>
          <a:xfrm flipV="1">
            <a:off x="9280086" y="2786529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4253053-C168-E448-E249-62CEF25F832D}"/>
              </a:ext>
            </a:extLst>
          </p:cNvPr>
          <p:cNvCxnSpPr>
            <a:cxnSpLocks/>
          </p:cNvCxnSpPr>
          <p:nvPr/>
        </p:nvCxnSpPr>
        <p:spPr>
          <a:xfrm flipV="1">
            <a:off x="10463016" y="2786528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FEBD0B-4290-64BD-9824-AAA36E538431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AEC405-E131-9CCD-FD99-1ACEB56634AD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9A3F446-8A87-B385-C9E2-D31DC8A49B63}"/>
              </a:ext>
            </a:extLst>
          </p:cNvPr>
          <p:cNvCxnSpPr>
            <a:cxnSpLocks/>
          </p:cNvCxnSpPr>
          <p:nvPr/>
        </p:nvCxnSpPr>
        <p:spPr>
          <a:xfrm>
            <a:off x="6654933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B378A69-B890-C394-F367-8B239443D071}"/>
              </a:ext>
            </a:extLst>
          </p:cNvPr>
          <p:cNvCxnSpPr>
            <a:cxnSpLocks/>
          </p:cNvCxnSpPr>
          <p:nvPr/>
        </p:nvCxnSpPr>
        <p:spPr>
          <a:xfrm>
            <a:off x="7839150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6EBE657-C761-8CE2-CB30-14C3E0591410}"/>
              </a:ext>
            </a:extLst>
          </p:cNvPr>
          <p:cNvCxnSpPr>
            <a:cxnSpLocks/>
          </p:cNvCxnSpPr>
          <p:nvPr/>
        </p:nvCxnSpPr>
        <p:spPr>
          <a:xfrm>
            <a:off x="9023367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9E539A5-1472-6849-25FA-EA30E9E9E073}"/>
              </a:ext>
            </a:extLst>
          </p:cNvPr>
          <p:cNvCxnSpPr>
            <a:cxnSpLocks/>
          </p:cNvCxnSpPr>
          <p:nvPr/>
        </p:nvCxnSpPr>
        <p:spPr>
          <a:xfrm>
            <a:off x="10207584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9941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28B277-67C1-D9F3-ABD5-DE680752059D}"/>
              </a:ext>
            </a:extLst>
          </p:cNvPr>
          <p:cNvSpPr txBox="1"/>
          <p:nvPr/>
        </p:nvSpPr>
        <p:spPr>
          <a:xfrm>
            <a:off x="2926197" y="3831368"/>
            <a:ext cx="6100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RU" sz="4000" dirty="0"/>
              <a:t>All</a:t>
            </a:r>
          </a:p>
        </p:txBody>
      </p:sp>
    </p:spTree>
    <p:extLst>
      <p:ext uri="{BB962C8B-B14F-4D97-AF65-F5344CB8AC3E}">
        <p14:creationId xmlns:p14="http://schemas.microsoft.com/office/powerpoint/2010/main" val="42022130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0915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FEBD0B-4290-64BD-9824-AAA36E538431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AEC405-E131-9CCD-FD99-1ACEB56634AD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96082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30435696-0971-86CA-30C4-24476DED9C31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5" name="Plus 44">
            <a:extLst>
              <a:ext uri="{FF2B5EF4-FFF2-40B4-BE49-F238E27FC236}">
                <a16:creationId xmlns:a16="http://schemas.microsoft.com/office/drawing/2014/main" id="{FC336C0E-B7CD-D7AB-8801-335D665A91B3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B88395BD-BA8B-A1A2-22C9-2629047ED23B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41D4914D-7DA9-2929-3D9C-26A5EFD18D45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AE42D8A-0D36-EDFA-5A56-9D3495EFBEC4}"/>
              </a:ext>
            </a:extLst>
          </p:cNvPr>
          <p:cNvCxnSpPr>
            <a:cxnSpLocks/>
          </p:cNvCxnSpPr>
          <p:nvPr/>
        </p:nvCxnSpPr>
        <p:spPr>
          <a:xfrm flipV="1">
            <a:off x="5731296" y="2786532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FEBD0B-4290-64BD-9824-AAA36E538431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AEC405-E131-9CCD-FD99-1ACEB56634AD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:a16="http://schemas.microsoft.com/office/drawing/2014/main" id="{15613F7C-B3C3-8ABB-52FF-A9A05E95FD31}"/>
              </a:ext>
            </a:extLst>
          </p:cNvPr>
          <p:cNvSpPr/>
          <p:nvPr/>
        </p:nvSpPr>
        <p:spPr>
          <a:xfrm>
            <a:off x="4570365" y="2698410"/>
            <a:ext cx="1060573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C50C3C6-4294-9ECF-6283-640CFF1E6708}"/>
              </a:ext>
            </a:extLst>
          </p:cNvPr>
          <p:cNvSpPr/>
          <p:nvPr/>
        </p:nvSpPr>
        <p:spPr>
          <a:xfrm>
            <a:off x="3386150" y="2708923"/>
            <a:ext cx="226985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298F8D0-5E17-ED77-1FB8-8D537223E8F2}"/>
              </a:ext>
            </a:extLst>
          </p:cNvPr>
          <p:cNvSpPr/>
          <p:nvPr/>
        </p:nvSpPr>
        <p:spPr>
          <a:xfrm>
            <a:off x="2201935" y="2719436"/>
            <a:ext cx="340571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4953795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30435696-0971-86CA-30C4-24476DED9C31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5" name="Plus 44">
            <a:extLst>
              <a:ext uri="{FF2B5EF4-FFF2-40B4-BE49-F238E27FC236}">
                <a16:creationId xmlns:a16="http://schemas.microsoft.com/office/drawing/2014/main" id="{FC336C0E-B7CD-D7AB-8801-335D665A91B3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B88395BD-BA8B-A1A2-22C9-2629047ED23B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41D4914D-7DA9-2929-3D9C-26A5EFD18D45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AE42D8A-0D36-EDFA-5A56-9D3495EFBEC4}"/>
              </a:ext>
            </a:extLst>
          </p:cNvPr>
          <p:cNvCxnSpPr>
            <a:cxnSpLocks/>
          </p:cNvCxnSpPr>
          <p:nvPr/>
        </p:nvCxnSpPr>
        <p:spPr>
          <a:xfrm flipV="1">
            <a:off x="5731296" y="2786532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FEBD0B-4290-64BD-9824-AAA36E538431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AEC405-E131-9CCD-FD99-1ACEB56634AD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9A3F446-8A87-B385-C9E2-D31DC8A49B63}"/>
              </a:ext>
            </a:extLst>
          </p:cNvPr>
          <p:cNvCxnSpPr>
            <a:cxnSpLocks/>
          </p:cNvCxnSpPr>
          <p:nvPr/>
        </p:nvCxnSpPr>
        <p:spPr>
          <a:xfrm>
            <a:off x="6654933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B378A69-B890-C394-F367-8B239443D071}"/>
              </a:ext>
            </a:extLst>
          </p:cNvPr>
          <p:cNvCxnSpPr>
            <a:cxnSpLocks/>
          </p:cNvCxnSpPr>
          <p:nvPr/>
        </p:nvCxnSpPr>
        <p:spPr>
          <a:xfrm>
            <a:off x="7839150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:a16="http://schemas.microsoft.com/office/drawing/2014/main" id="{15613F7C-B3C3-8ABB-52FF-A9A05E95FD31}"/>
              </a:ext>
            </a:extLst>
          </p:cNvPr>
          <p:cNvSpPr/>
          <p:nvPr/>
        </p:nvSpPr>
        <p:spPr>
          <a:xfrm>
            <a:off x="4570365" y="2698410"/>
            <a:ext cx="1060573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C50C3C6-4294-9ECF-6283-640CFF1E6708}"/>
              </a:ext>
            </a:extLst>
          </p:cNvPr>
          <p:cNvSpPr/>
          <p:nvPr/>
        </p:nvSpPr>
        <p:spPr>
          <a:xfrm>
            <a:off x="3386150" y="2708923"/>
            <a:ext cx="226985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298F8D0-5E17-ED77-1FB8-8D537223E8F2}"/>
              </a:ext>
            </a:extLst>
          </p:cNvPr>
          <p:cNvSpPr/>
          <p:nvPr/>
        </p:nvSpPr>
        <p:spPr>
          <a:xfrm>
            <a:off x="2201935" y="2719436"/>
            <a:ext cx="340571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704945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30435696-0971-86CA-30C4-24476DED9C31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5" name="Plus 44">
            <a:extLst>
              <a:ext uri="{FF2B5EF4-FFF2-40B4-BE49-F238E27FC236}">
                <a16:creationId xmlns:a16="http://schemas.microsoft.com/office/drawing/2014/main" id="{FC336C0E-B7CD-D7AB-8801-335D665A91B3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B88395BD-BA8B-A1A2-22C9-2629047ED23B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41D4914D-7DA9-2929-3D9C-26A5EFD18D45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8" name="Plus 47">
            <a:extLst>
              <a:ext uri="{FF2B5EF4-FFF2-40B4-BE49-F238E27FC236}">
                <a16:creationId xmlns:a16="http://schemas.microsoft.com/office/drawing/2014/main" id="{3AB830FD-608F-94B9-A710-8B7CBD524FFC}"/>
              </a:ext>
            </a:extLst>
          </p:cNvPr>
          <p:cNvSpPr/>
          <p:nvPr/>
        </p:nvSpPr>
        <p:spPr>
          <a:xfrm>
            <a:off x="6673077" y="2368156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9" name="Plus 48">
            <a:extLst>
              <a:ext uri="{FF2B5EF4-FFF2-40B4-BE49-F238E27FC236}">
                <a16:creationId xmlns:a16="http://schemas.microsoft.com/office/drawing/2014/main" id="{71930232-8C5E-618D-2452-4C0ECEF1533A}"/>
              </a:ext>
            </a:extLst>
          </p:cNvPr>
          <p:cNvSpPr/>
          <p:nvPr/>
        </p:nvSpPr>
        <p:spPr>
          <a:xfrm>
            <a:off x="7856008" y="2368155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AE42D8A-0D36-EDFA-5A56-9D3495EFBEC4}"/>
              </a:ext>
            </a:extLst>
          </p:cNvPr>
          <p:cNvCxnSpPr>
            <a:cxnSpLocks/>
          </p:cNvCxnSpPr>
          <p:nvPr/>
        </p:nvCxnSpPr>
        <p:spPr>
          <a:xfrm flipV="1">
            <a:off x="5731296" y="2786532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018F08C-DA76-2E6B-7D23-F8CB617F8544}"/>
              </a:ext>
            </a:extLst>
          </p:cNvPr>
          <p:cNvCxnSpPr>
            <a:cxnSpLocks/>
          </p:cNvCxnSpPr>
          <p:nvPr/>
        </p:nvCxnSpPr>
        <p:spPr>
          <a:xfrm flipV="1">
            <a:off x="8097156" y="2786530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FEBD0B-4290-64BD-9824-AAA36E538431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AEC405-E131-9CCD-FD99-1ACEB56634AD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9A3F446-8A87-B385-C9E2-D31DC8A49B63}"/>
              </a:ext>
            </a:extLst>
          </p:cNvPr>
          <p:cNvCxnSpPr>
            <a:cxnSpLocks/>
          </p:cNvCxnSpPr>
          <p:nvPr/>
        </p:nvCxnSpPr>
        <p:spPr>
          <a:xfrm>
            <a:off x="6654933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B378A69-B890-C394-F367-8B239443D071}"/>
              </a:ext>
            </a:extLst>
          </p:cNvPr>
          <p:cNvCxnSpPr>
            <a:cxnSpLocks/>
          </p:cNvCxnSpPr>
          <p:nvPr/>
        </p:nvCxnSpPr>
        <p:spPr>
          <a:xfrm>
            <a:off x="7839150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:a16="http://schemas.microsoft.com/office/drawing/2014/main" id="{15613F7C-B3C3-8ABB-52FF-A9A05E95FD31}"/>
              </a:ext>
            </a:extLst>
          </p:cNvPr>
          <p:cNvSpPr/>
          <p:nvPr/>
        </p:nvSpPr>
        <p:spPr>
          <a:xfrm>
            <a:off x="4570365" y="2698410"/>
            <a:ext cx="1060573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C50C3C6-4294-9ECF-6283-640CFF1E6708}"/>
              </a:ext>
            </a:extLst>
          </p:cNvPr>
          <p:cNvSpPr/>
          <p:nvPr/>
        </p:nvSpPr>
        <p:spPr>
          <a:xfrm>
            <a:off x="3386150" y="2708923"/>
            <a:ext cx="226985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298F8D0-5E17-ED77-1FB8-8D537223E8F2}"/>
              </a:ext>
            </a:extLst>
          </p:cNvPr>
          <p:cNvSpPr/>
          <p:nvPr/>
        </p:nvSpPr>
        <p:spPr>
          <a:xfrm>
            <a:off x="2201935" y="2719436"/>
            <a:ext cx="340571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9AD7D24B-6022-31DB-CDD0-1AA55C4C4D2B}"/>
              </a:ext>
            </a:extLst>
          </p:cNvPr>
          <p:cNvSpPr/>
          <p:nvPr/>
        </p:nvSpPr>
        <p:spPr>
          <a:xfrm>
            <a:off x="6923796" y="2721785"/>
            <a:ext cx="1060573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152175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30435696-0971-86CA-30C4-24476DED9C31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5" name="Plus 44">
            <a:extLst>
              <a:ext uri="{FF2B5EF4-FFF2-40B4-BE49-F238E27FC236}">
                <a16:creationId xmlns:a16="http://schemas.microsoft.com/office/drawing/2014/main" id="{FC336C0E-B7CD-D7AB-8801-335D665A91B3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B88395BD-BA8B-A1A2-22C9-2629047ED23B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41D4914D-7DA9-2929-3D9C-26A5EFD18D45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8" name="Plus 47">
            <a:extLst>
              <a:ext uri="{FF2B5EF4-FFF2-40B4-BE49-F238E27FC236}">
                <a16:creationId xmlns:a16="http://schemas.microsoft.com/office/drawing/2014/main" id="{3AB830FD-608F-94B9-A710-8B7CBD524FFC}"/>
              </a:ext>
            </a:extLst>
          </p:cNvPr>
          <p:cNvSpPr/>
          <p:nvPr/>
        </p:nvSpPr>
        <p:spPr>
          <a:xfrm>
            <a:off x="6673077" y="2368156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9" name="Plus 48">
            <a:extLst>
              <a:ext uri="{FF2B5EF4-FFF2-40B4-BE49-F238E27FC236}">
                <a16:creationId xmlns:a16="http://schemas.microsoft.com/office/drawing/2014/main" id="{71930232-8C5E-618D-2452-4C0ECEF1533A}"/>
              </a:ext>
            </a:extLst>
          </p:cNvPr>
          <p:cNvSpPr/>
          <p:nvPr/>
        </p:nvSpPr>
        <p:spPr>
          <a:xfrm>
            <a:off x="7856008" y="2368155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AE42D8A-0D36-EDFA-5A56-9D3495EFBEC4}"/>
              </a:ext>
            </a:extLst>
          </p:cNvPr>
          <p:cNvCxnSpPr>
            <a:cxnSpLocks/>
          </p:cNvCxnSpPr>
          <p:nvPr/>
        </p:nvCxnSpPr>
        <p:spPr>
          <a:xfrm flipV="1">
            <a:off x="5731296" y="2786532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018F08C-DA76-2E6B-7D23-F8CB617F8544}"/>
              </a:ext>
            </a:extLst>
          </p:cNvPr>
          <p:cNvCxnSpPr>
            <a:cxnSpLocks/>
          </p:cNvCxnSpPr>
          <p:nvPr/>
        </p:nvCxnSpPr>
        <p:spPr>
          <a:xfrm flipV="1">
            <a:off x="8097156" y="2786530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49D81D-0DA8-6B5E-7D85-79567B5C0B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0FEBD0B-4290-64BD-9824-AAA36E538431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AEC405-E131-9CCD-FD99-1ACEB56634AD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9A3F446-8A87-B385-C9E2-D31DC8A49B63}"/>
              </a:ext>
            </a:extLst>
          </p:cNvPr>
          <p:cNvCxnSpPr>
            <a:cxnSpLocks/>
          </p:cNvCxnSpPr>
          <p:nvPr/>
        </p:nvCxnSpPr>
        <p:spPr>
          <a:xfrm>
            <a:off x="6654933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B378A69-B890-C394-F367-8B239443D071}"/>
              </a:ext>
            </a:extLst>
          </p:cNvPr>
          <p:cNvCxnSpPr>
            <a:cxnSpLocks/>
          </p:cNvCxnSpPr>
          <p:nvPr/>
        </p:nvCxnSpPr>
        <p:spPr>
          <a:xfrm>
            <a:off x="7839150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6EBE657-C761-8CE2-CB30-14C3E0591410}"/>
              </a:ext>
            </a:extLst>
          </p:cNvPr>
          <p:cNvCxnSpPr>
            <a:cxnSpLocks/>
          </p:cNvCxnSpPr>
          <p:nvPr/>
        </p:nvCxnSpPr>
        <p:spPr>
          <a:xfrm>
            <a:off x="9023367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9E539A5-1472-6849-25FA-EA30E9E9E073}"/>
              </a:ext>
            </a:extLst>
          </p:cNvPr>
          <p:cNvCxnSpPr>
            <a:cxnSpLocks/>
          </p:cNvCxnSpPr>
          <p:nvPr/>
        </p:nvCxnSpPr>
        <p:spPr>
          <a:xfrm>
            <a:off x="10207584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:a16="http://schemas.microsoft.com/office/drawing/2014/main" id="{15613F7C-B3C3-8ABB-52FF-A9A05E95FD31}"/>
              </a:ext>
            </a:extLst>
          </p:cNvPr>
          <p:cNvSpPr/>
          <p:nvPr/>
        </p:nvSpPr>
        <p:spPr>
          <a:xfrm>
            <a:off x="4570365" y="2698410"/>
            <a:ext cx="1060573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C50C3C6-4294-9ECF-6283-640CFF1E6708}"/>
              </a:ext>
            </a:extLst>
          </p:cNvPr>
          <p:cNvSpPr/>
          <p:nvPr/>
        </p:nvSpPr>
        <p:spPr>
          <a:xfrm>
            <a:off x="3386150" y="2708923"/>
            <a:ext cx="226985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A298F8D0-5E17-ED77-1FB8-8D537223E8F2}"/>
              </a:ext>
            </a:extLst>
          </p:cNvPr>
          <p:cNvSpPr/>
          <p:nvPr/>
        </p:nvSpPr>
        <p:spPr>
          <a:xfrm>
            <a:off x="2201935" y="2719436"/>
            <a:ext cx="340571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9AD7D24B-6022-31DB-CDD0-1AA55C4C4D2B}"/>
              </a:ext>
            </a:extLst>
          </p:cNvPr>
          <p:cNvSpPr/>
          <p:nvPr/>
        </p:nvSpPr>
        <p:spPr>
          <a:xfrm>
            <a:off x="6923796" y="2721785"/>
            <a:ext cx="1060573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412234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90FDE-678B-975B-06CB-8030CF37F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4FC2-847F-B58A-BF2E-61AE1F1B5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5A9334-7803-0F25-1F2B-BFFEFA55534E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CBFE099B-BEB7-EBED-BC84-342395BA13FB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86E97703-3F29-6833-A6AD-DE2C3EAC7E37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9D98BB5-992F-279B-E9C1-D9B854C71C46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D88E3F0-B4F8-F2FD-C9C9-860DDE3E6C2C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42E85BA8-C4B5-01A2-0D0C-B5A54C6E00AC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8F91E922-5750-E77F-854B-505C9E8F818A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5F346935-6F3E-4B0F-9079-922EF84309FF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A235F5FE-8167-8F09-2524-A3BC13F0C4B6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838E0B5-8A75-B424-41A7-960090982DE0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630645-9D60-D9E8-2315-9FAD7CDCBA0B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0F0928C0-4F06-BF25-C91C-B3C0D1A12EA5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5" name="Plus 44">
            <a:extLst>
              <a:ext uri="{FF2B5EF4-FFF2-40B4-BE49-F238E27FC236}">
                <a16:creationId xmlns:a16="http://schemas.microsoft.com/office/drawing/2014/main" id="{9C4206BE-4425-8779-F3DF-6796620F9ED0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21D42BFD-DACD-02E7-8BBE-2AC9741E6689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443C1519-1639-2832-8611-D626D8B5ED64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8" name="Plus 47">
            <a:extLst>
              <a:ext uri="{FF2B5EF4-FFF2-40B4-BE49-F238E27FC236}">
                <a16:creationId xmlns:a16="http://schemas.microsoft.com/office/drawing/2014/main" id="{6643E190-1F6F-7158-1CAD-CFFEEE67963A}"/>
              </a:ext>
            </a:extLst>
          </p:cNvPr>
          <p:cNvSpPr/>
          <p:nvPr/>
        </p:nvSpPr>
        <p:spPr>
          <a:xfrm>
            <a:off x="6673077" y="2368156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9" name="Plus 48">
            <a:extLst>
              <a:ext uri="{FF2B5EF4-FFF2-40B4-BE49-F238E27FC236}">
                <a16:creationId xmlns:a16="http://schemas.microsoft.com/office/drawing/2014/main" id="{AE435F3E-5F6C-3816-4E3E-F518C51FFD26}"/>
              </a:ext>
            </a:extLst>
          </p:cNvPr>
          <p:cNvSpPr/>
          <p:nvPr/>
        </p:nvSpPr>
        <p:spPr>
          <a:xfrm>
            <a:off x="7856008" y="2368155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0" name="Plus 49">
            <a:extLst>
              <a:ext uri="{FF2B5EF4-FFF2-40B4-BE49-F238E27FC236}">
                <a16:creationId xmlns:a16="http://schemas.microsoft.com/office/drawing/2014/main" id="{9473C722-A071-0EC6-4110-5B3B4441A1EB}"/>
              </a:ext>
            </a:extLst>
          </p:cNvPr>
          <p:cNvSpPr/>
          <p:nvPr/>
        </p:nvSpPr>
        <p:spPr>
          <a:xfrm>
            <a:off x="9038939" y="2368154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857EB2C-5FF4-248A-EB89-8FC7266440B5}"/>
              </a:ext>
            </a:extLst>
          </p:cNvPr>
          <p:cNvCxnSpPr>
            <a:cxnSpLocks/>
          </p:cNvCxnSpPr>
          <p:nvPr/>
        </p:nvCxnSpPr>
        <p:spPr>
          <a:xfrm flipV="1">
            <a:off x="5731296" y="2786532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85564FE-96DB-D23A-6C32-6E5AAFC06206}"/>
              </a:ext>
            </a:extLst>
          </p:cNvPr>
          <p:cNvCxnSpPr>
            <a:cxnSpLocks/>
          </p:cNvCxnSpPr>
          <p:nvPr/>
        </p:nvCxnSpPr>
        <p:spPr>
          <a:xfrm flipV="1">
            <a:off x="8097156" y="2786530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45A9230-45EE-172F-3354-B627DE72FE9D}"/>
              </a:ext>
            </a:extLst>
          </p:cNvPr>
          <p:cNvCxnSpPr>
            <a:cxnSpLocks/>
          </p:cNvCxnSpPr>
          <p:nvPr/>
        </p:nvCxnSpPr>
        <p:spPr>
          <a:xfrm flipV="1">
            <a:off x="9280086" y="2786529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DFAC201-BF1F-F068-54DA-DF9AB6A95DE9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021F7F7-B972-DCBB-F82C-A9620CAFD7F4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62510E2-FB83-07EE-3F64-6F5096ABBAB5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5BC7389-C0C7-5D19-E6DA-F4F3E3E75B18}"/>
              </a:ext>
            </a:extLst>
          </p:cNvPr>
          <p:cNvCxnSpPr>
            <a:cxnSpLocks/>
          </p:cNvCxnSpPr>
          <p:nvPr/>
        </p:nvCxnSpPr>
        <p:spPr>
          <a:xfrm>
            <a:off x="6654933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E62C1DE-8196-1F85-0387-96F63E488801}"/>
              </a:ext>
            </a:extLst>
          </p:cNvPr>
          <p:cNvCxnSpPr>
            <a:cxnSpLocks/>
          </p:cNvCxnSpPr>
          <p:nvPr/>
        </p:nvCxnSpPr>
        <p:spPr>
          <a:xfrm>
            <a:off x="7839150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4528CE8-8AA5-8560-9E72-6E5BCF612AC7}"/>
              </a:ext>
            </a:extLst>
          </p:cNvPr>
          <p:cNvCxnSpPr>
            <a:cxnSpLocks/>
          </p:cNvCxnSpPr>
          <p:nvPr/>
        </p:nvCxnSpPr>
        <p:spPr>
          <a:xfrm>
            <a:off x="9023367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2FDD64D-0344-F782-63BD-1D860092A42D}"/>
              </a:ext>
            </a:extLst>
          </p:cNvPr>
          <p:cNvCxnSpPr>
            <a:cxnSpLocks/>
          </p:cNvCxnSpPr>
          <p:nvPr/>
        </p:nvCxnSpPr>
        <p:spPr>
          <a:xfrm>
            <a:off x="10207584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:a16="http://schemas.microsoft.com/office/drawing/2014/main" id="{CA1E60B3-AB50-EA3A-9CFC-9F5AB6E53306}"/>
              </a:ext>
            </a:extLst>
          </p:cNvPr>
          <p:cNvSpPr/>
          <p:nvPr/>
        </p:nvSpPr>
        <p:spPr>
          <a:xfrm>
            <a:off x="4570365" y="2698410"/>
            <a:ext cx="1060573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EF152AC-1787-47F1-3ABA-6264ACD7C2B7}"/>
              </a:ext>
            </a:extLst>
          </p:cNvPr>
          <p:cNvSpPr/>
          <p:nvPr/>
        </p:nvSpPr>
        <p:spPr>
          <a:xfrm>
            <a:off x="3386150" y="2708923"/>
            <a:ext cx="226985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9E189BF3-5F10-C3B6-EEA9-A621D16F7FCE}"/>
              </a:ext>
            </a:extLst>
          </p:cNvPr>
          <p:cNvSpPr/>
          <p:nvPr/>
        </p:nvSpPr>
        <p:spPr>
          <a:xfrm>
            <a:off x="2201935" y="2719436"/>
            <a:ext cx="340571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F38E8E17-BB0D-A8B1-3241-E7A73AB8E1B0}"/>
              </a:ext>
            </a:extLst>
          </p:cNvPr>
          <p:cNvSpPr/>
          <p:nvPr/>
        </p:nvSpPr>
        <p:spPr>
          <a:xfrm>
            <a:off x="6923796" y="2721785"/>
            <a:ext cx="1060573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106272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09641-D797-E42A-97E4-83A1935DF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7AD38-BDB6-0131-57EB-8F370DB20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7D2583-2D42-9DE1-3231-EA745B78D1FC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922A4D3-61FD-5C62-48BA-9604DC9114DE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D74DF8B3-4645-7269-BD93-E348B53C9DF9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802D3A6-A4C8-991B-05EC-C3FFFC259506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9A31DEA1-D8B8-5362-7ACE-6362D8CD1493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4BF98362-4E8D-0FD0-13D3-5D29F61C8F61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E0FBFBFA-165F-2C41-C7FE-20E5D8FE4051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AA8B4729-167A-1648-3E82-9314AD554212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4D2C18F4-9B82-11B0-613B-B2510A57CC0E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306D1B-10DA-0BB0-FBE5-10FB53AE0E29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1377463-7644-53FE-8D17-02849E9D60D7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DAAAEDBF-B6C0-9766-D42C-5EDE39A8FDEC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5" name="Plus 44">
            <a:extLst>
              <a:ext uri="{FF2B5EF4-FFF2-40B4-BE49-F238E27FC236}">
                <a16:creationId xmlns:a16="http://schemas.microsoft.com/office/drawing/2014/main" id="{501EB157-3D80-6C2E-AA51-A2E16B692DE0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D7704770-8EE1-4BB9-DA45-D24F59DE470B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D4004581-4297-E279-D55E-08C446F16078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8" name="Plus 47">
            <a:extLst>
              <a:ext uri="{FF2B5EF4-FFF2-40B4-BE49-F238E27FC236}">
                <a16:creationId xmlns:a16="http://schemas.microsoft.com/office/drawing/2014/main" id="{742DFC5D-DED4-BB63-BE1D-8E1EF4F0EC2E}"/>
              </a:ext>
            </a:extLst>
          </p:cNvPr>
          <p:cNvSpPr/>
          <p:nvPr/>
        </p:nvSpPr>
        <p:spPr>
          <a:xfrm>
            <a:off x="6673077" y="2368156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9" name="Plus 48">
            <a:extLst>
              <a:ext uri="{FF2B5EF4-FFF2-40B4-BE49-F238E27FC236}">
                <a16:creationId xmlns:a16="http://schemas.microsoft.com/office/drawing/2014/main" id="{C5A5A918-D27E-3239-8E85-EFC503850852}"/>
              </a:ext>
            </a:extLst>
          </p:cNvPr>
          <p:cNvSpPr/>
          <p:nvPr/>
        </p:nvSpPr>
        <p:spPr>
          <a:xfrm>
            <a:off x="7856008" y="2368155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0" name="Plus 49">
            <a:extLst>
              <a:ext uri="{FF2B5EF4-FFF2-40B4-BE49-F238E27FC236}">
                <a16:creationId xmlns:a16="http://schemas.microsoft.com/office/drawing/2014/main" id="{4E8CA3A1-0823-60E9-5473-13E887B27AE9}"/>
              </a:ext>
            </a:extLst>
          </p:cNvPr>
          <p:cNvSpPr/>
          <p:nvPr/>
        </p:nvSpPr>
        <p:spPr>
          <a:xfrm>
            <a:off x="9038939" y="2368154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1" name="Plus 50">
            <a:extLst>
              <a:ext uri="{FF2B5EF4-FFF2-40B4-BE49-F238E27FC236}">
                <a16:creationId xmlns:a16="http://schemas.microsoft.com/office/drawing/2014/main" id="{82F2F66B-4B33-B596-12A6-8293406906D5}"/>
              </a:ext>
            </a:extLst>
          </p:cNvPr>
          <p:cNvSpPr/>
          <p:nvPr/>
        </p:nvSpPr>
        <p:spPr>
          <a:xfrm>
            <a:off x="10221870" y="2368153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7515F7D-19E0-6489-54A8-DAE8A291ED7D}"/>
              </a:ext>
            </a:extLst>
          </p:cNvPr>
          <p:cNvCxnSpPr>
            <a:cxnSpLocks/>
          </p:cNvCxnSpPr>
          <p:nvPr/>
        </p:nvCxnSpPr>
        <p:spPr>
          <a:xfrm flipV="1">
            <a:off x="5731296" y="2786532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0495AAD-C2FC-D9BF-FDB7-C25906BCEFA5}"/>
              </a:ext>
            </a:extLst>
          </p:cNvPr>
          <p:cNvCxnSpPr>
            <a:cxnSpLocks/>
          </p:cNvCxnSpPr>
          <p:nvPr/>
        </p:nvCxnSpPr>
        <p:spPr>
          <a:xfrm flipV="1">
            <a:off x="8097156" y="2786530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B5DC24E-4B81-329A-1A71-70078D355097}"/>
              </a:ext>
            </a:extLst>
          </p:cNvPr>
          <p:cNvCxnSpPr>
            <a:cxnSpLocks/>
          </p:cNvCxnSpPr>
          <p:nvPr/>
        </p:nvCxnSpPr>
        <p:spPr>
          <a:xfrm flipV="1">
            <a:off x="9280086" y="2786529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676C229-F04A-738D-BA67-EDD25A76A85A}"/>
              </a:ext>
            </a:extLst>
          </p:cNvPr>
          <p:cNvCxnSpPr>
            <a:cxnSpLocks/>
          </p:cNvCxnSpPr>
          <p:nvPr/>
        </p:nvCxnSpPr>
        <p:spPr>
          <a:xfrm flipV="1">
            <a:off x="10463016" y="2786528"/>
            <a:ext cx="1" cy="2688031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EE95F7C-84D2-FB7F-628A-CB572F043B4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AE1F1D8-2809-6C78-1FD7-B790DB292A3F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D96246E-67C7-9FC7-B4CB-B6A8BEFF7331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6B56C68-F1B1-D573-3FBF-535980964600}"/>
              </a:ext>
            </a:extLst>
          </p:cNvPr>
          <p:cNvCxnSpPr>
            <a:cxnSpLocks/>
          </p:cNvCxnSpPr>
          <p:nvPr/>
        </p:nvCxnSpPr>
        <p:spPr>
          <a:xfrm>
            <a:off x="6654933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F7D5E63-DA91-76FF-7A29-8D56BF52DF0A}"/>
              </a:ext>
            </a:extLst>
          </p:cNvPr>
          <p:cNvCxnSpPr>
            <a:cxnSpLocks/>
          </p:cNvCxnSpPr>
          <p:nvPr/>
        </p:nvCxnSpPr>
        <p:spPr>
          <a:xfrm>
            <a:off x="7839150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44C4010-48B9-A2D6-F00C-ACCD85F747AA}"/>
              </a:ext>
            </a:extLst>
          </p:cNvPr>
          <p:cNvCxnSpPr>
            <a:cxnSpLocks/>
          </p:cNvCxnSpPr>
          <p:nvPr/>
        </p:nvCxnSpPr>
        <p:spPr>
          <a:xfrm>
            <a:off x="9023367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7B902E5-ECAD-3E56-45C9-D043FB8626D3}"/>
              </a:ext>
            </a:extLst>
          </p:cNvPr>
          <p:cNvCxnSpPr>
            <a:cxnSpLocks/>
          </p:cNvCxnSpPr>
          <p:nvPr/>
        </p:nvCxnSpPr>
        <p:spPr>
          <a:xfrm>
            <a:off x="10207584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7">
            <a:extLst>
              <a:ext uri="{FF2B5EF4-FFF2-40B4-BE49-F238E27FC236}">
                <a16:creationId xmlns:a16="http://schemas.microsoft.com/office/drawing/2014/main" id="{A3F6CF15-3FB3-1C75-5B48-E1EF97C59169}"/>
              </a:ext>
            </a:extLst>
          </p:cNvPr>
          <p:cNvSpPr/>
          <p:nvPr/>
        </p:nvSpPr>
        <p:spPr>
          <a:xfrm>
            <a:off x="4570365" y="2698410"/>
            <a:ext cx="1060573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D0F2015-F404-6D93-A026-611957CC8C45}"/>
              </a:ext>
            </a:extLst>
          </p:cNvPr>
          <p:cNvSpPr/>
          <p:nvPr/>
        </p:nvSpPr>
        <p:spPr>
          <a:xfrm>
            <a:off x="3386150" y="2708923"/>
            <a:ext cx="226985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080AA1E-BEB5-0AAD-BF8A-5BE68BD9748C}"/>
              </a:ext>
            </a:extLst>
          </p:cNvPr>
          <p:cNvSpPr/>
          <p:nvPr/>
        </p:nvSpPr>
        <p:spPr>
          <a:xfrm>
            <a:off x="2201935" y="2719436"/>
            <a:ext cx="3405714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8536E495-2F86-AADF-9956-29BBD0C9A2FF}"/>
              </a:ext>
            </a:extLst>
          </p:cNvPr>
          <p:cNvSpPr/>
          <p:nvPr/>
        </p:nvSpPr>
        <p:spPr>
          <a:xfrm>
            <a:off x="6923796" y="2721785"/>
            <a:ext cx="1060573" cy="360103"/>
          </a:xfrm>
          <a:custGeom>
            <a:avLst/>
            <a:gdLst>
              <a:gd name="connsiteX0" fmla="*/ 1000125 w 1000125"/>
              <a:gd name="connsiteY0" fmla="*/ 0 h 532018"/>
              <a:gd name="connsiteX1" fmla="*/ 428625 w 1000125"/>
              <a:gd name="connsiteY1" fmla="*/ 528637 h 532018"/>
              <a:gd name="connsiteX2" fmla="*/ 0 w 1000125"/>
              <a:gd name="connsiteY2" fmla="*/ 185737 h 532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0125" h="532018">
                <a:moveTo>
                  <a:pt x="1000125" y="0"/>
                </a:moveTo>
                <a:cubicBezTo>
                  <a:pt x="797718" y="248840"/>
                  <a:pt x="595312" y="497681"/>
                  <a:pt x="428625" y="528637"/>
                </a:cubicBezTo>
                <a:cubicBezTo>
                  <a:pt x="261938" y="559593"/>
                  <a:pt x="130969" y="372665"/>
                  <a:pt x="0" y="185737"/>
                </a:cubicBezTo>
              </a:path>
            </a:pathLst>
          </a:custGeom>
          <a:noFill/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567801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6395B-4B75-2913-E1D7-5DB44F8D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5201C-FFB8-3CB9-D626-15DD045B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F9954-EF2A-D685-5DF5-2CFB02FA1CAD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784D10D4-F430-A654-4C82-35F8D8CB7F74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E0EE43F4-ED44-346F-3250-C6BED0DB4848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1815FD1E-6F67-0D1B-33FA-C602D782FD3B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34AA2D69-268E-40C7-F2DD-64975EB45830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CBD057E0-03E0-5898-6859-617E649E8074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9DF030DB-4E9F-241D-78C0-4B72197D6BCE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3A98BF4E-9373-33F2-9D8F-B5ABE1CDCDEA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F13C2326-E40F-17FD-9500-F1EF8DE292EF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3A41BA0-E170-DDBA-5E39-9823825691F1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55AFFE-3DE7-F46D-F75A-13D284394AC5}"/>
              </a:ext>
            </a:extLst>
          </p:cNvPr>
          <p:cNvSpPr txBox="1"/>
          <p:nvPr/>
        </p:nvSpPr>
        <p:spPr>
          <a:xfrm>
            <a:off x="2926197" y="3831368"/>
            <a:ext cx="61007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/>
              <a:t>None</a:t>
            </a:r>
            <a:endParaRPr lang="en-RU" sz="4000" dirty="0"/>
          </a:p>
        </p:txBody>
      </p:sp>
    </p:spTree>
    <p:extLst>
      <p:ext uri="{BB962C8B-B14F-4D97-AF65-F5344CB8AC3E}">
        <p14:creationId xmlns:p14="http://schemas.microsoft.com/office/powerpoint/2010/main" val="32692569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5B24F-D858-EF19-157F-A8864D57A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86561-DC8E-D0E8-B7BC-0E8C314A2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610FDA-3295-FC0D-F49A-C7F8CBE9E72A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BFB4DF09-85DA-042B-E9F1-3FD7966FC67A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B81226BD-B643-4A58-8BA5-C1350FEFB920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1385509-B307-CD03-CCF6-E230ACE20061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5D754D38-2030-B090-C210-53CBBE67BB3F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A3A28266-9FE4-6214-0486-4F379BA31BDA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F6861556-E455-9A1B-B6EC-5802F3F3DD23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5892824F-E44C-D332-80F9-3F03813998C7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0C53A8FC-8D78-0AA5-F4A0-8032AF342393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52E9017-A55F-E021-4CC6-2F59993EA0A7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3D57824-31CC-4CE2-AEC3-451C86A3D3B2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4D4CAAEF-2B3D-49F8-1891-8265DE3A7ADE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</p:spTree>
    <p:extLst>
      <p:ext uri="{BB962C8B-B14F-4D97-AF65-F5344CB8AC3E}">
        <p14:creationId xmlns:p14="http://schemas.microsoft.com/office/powerpoint/2010/main" val="16933111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663DD-48F9-D839-4DE0-C97085BB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A5C23-8A9E-E8AB-9531-D28CB70F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08F240-5288-F840-40D6-C36D33E4BE97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2A0DB097-0B32-F4D7-D103-CCB265723FB2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533E168F-430C-A4DA-8768-DD8582232D93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322EE60E-9934-CB99-971E-56BD3443ABCF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820E6882-606B-F376-E2E7-93AA7123AF0A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EA207D61-8545-85D9-4916-CB8B8B6C0F3B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23554D22-98BC-28EC-A281-4D3AE8A4D898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D9A7C761-5097-DFF3-91F4-D4FC397F7B38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AEB21F77-E900-981F-54A2-A10F3C906654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809805-4C09-C4B8-6111-117E1059CF59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1CC3D66-0825-DF69-7574-3CFB95965E5A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DC3D58B2-3C72-53F3-1D4C-42864C0621BE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5" name="Plus 44">
            <a:extLst>
              <a:ext uri="{FF2B5EF4-FFF2-40B4-BE49-F238E27FC236}">
                <a16:creationId xmlns:a16="http://schemas.microsoft.com/office/drawing/2014/main" id="{0B21E563-721B-0997-2206-AA4D9C59F3BE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4B2605E-8E91-54F3-705C-D999B46941B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7041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5F4AD-FDAA-6874-D67B-31A25F2F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AA104-F1B9-3993-9595-2E2EEDEC4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586318-1619-3D1B-9D6B-6656953C520B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6A5BA10-73DA-755B-DDCA-3AA1F79A1E99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3084B321-31A1-95A3-60B0-3FEBEBC5E96F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E2A1087C-1C08-8C38-38DA-44600ED2C65B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373B82C1-AD8B-DA45-F859-33CD88D711D5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73E05D41-5139-F7C6-2088-D4223DC96293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EE0136D2-82A6-82F7-F100-D83892B1B7F8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42F26268-E0FD-C30D-BC8F-E0BB27F0AA20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626D737-08CC-8B9B-F87C-A38A36688013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DC622CC-BA02-94DF-8828-A05E3DF56BE5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3FDE445-4668-518D-B859-E5013D806165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2AE563D8-04BB-0F0A-E58B-2CF5CAB2E100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5" name="Plus 44">
            <a:extLst>
              <a:ext uri="{FF2B5EF4-FFF2-40B4-BE49-F238E27FC236}">
                <a16:creationId xmlns:a16="http://schemas.microsoft.com/office/drawing/2014/main" id="{5862C03B-6125-C75E-ABC2-8C29FF07AFE7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B88E5908-A5CA-A134-95A6-8F25CE20F09F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1E21A346-E468-D60D-CA0D-1BF953913E85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89D85DB-0BEE-1D0A-7ED5-FC9F1B88B17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104D38A-2EC2-A1FB-1574-86244703F586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8B134C98-A14E-BE86-E479-7C0288EBEAA4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5678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C1C1D-4E6C-B681-62AD-DC991E853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E657A-FDC0-1A2F-4A46-BDAA7F04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Acks: All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96E50A-8BEF-36CA-4EAC-A0D9D3B9D4FB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D2062646-7338-2B74-8A09-4CD5415D7CE2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F3C5080-9EE5-996F-DFFB-6A05AECF292E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2019E96C-4DE0-3841-1EAA-AB5DF55EAF72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06717D0E-370B-F561-7288-13797F1EFE1C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8AEF6E0C-174F-A110-BE76-6BE7D22A870D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7AF419E4-D0E1-EE52-E843-D414DB009C75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5D3D57B8-6059-9388-9E2A-9C57234618E5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90D9317A-E0C9-B1E3-95B0-2D68DC249744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354C0F3-E4E4-56FD-C9F0-F77DCC99323B}"/>
              </a:ext>
            </a:extLst>
          </p:cNvPr>
          <p:cNvSpPr/>
          <p:nvPr/>
        </p:nvSpPr>
        <p:spPr>
          <a:xfrm>
            <a:off x="1252424" y="5474565"/>
            <a:ext cx="9639941" cy="848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F085DAA-3CEC-7D37-B015-212747787004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1918065" y="2804872"/>
            <a:ext cx="23288" cy="266969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lus 27">
            <a:extLst>
              <a:ext uri="{FF2B5EF4-FFF2-40B4-BE49-F238E27FC236}">
                <a16:creationId xmlns:a16="http://schemas.microsoft.com/office/drawing/2014/main" id="{C60EBA7C-0FE4-3A4E-58FB-9C416683EEC0}"/>
              </a:ext>
            </a:extLst>
          </p:cNvPr>
          <p:cNvSpPr/>
          <p:nvPr/>
        </p:nvSpPr>
        <p:spPr>
          <a:xfrm>
            <a:off x="1941353" y="2368160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5" name="Plus 44">
            <a:extLst>
              <a:ext uri="{FF2B5EF4-FFF2-40B4-BE49-F238E27FC236}">
                <a16:creationId xmlns:a16="http://schemas.microsoft.com/office/drawing/2014/main" id="{1B72BACB-B32B-58E7-F88C-5EBE48541C62}"/>
              </a:ext>
            </a:extLst>
          </p:cNvPr>
          <p:cNvSpPr/>
          <p:nvPr/>
        </p:nvSpPr>
        <p:spPr>
          <a:xfrm>
            <a:off x="3124284" y="2368159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6" name="Plus 45">
            <a:extLst>
              <a:ext uri="{FF2B5EF4-FFF2-40B4-BE49-F238E27FC236}">
                <a16:creationId xmlns:a16="http://schemas.microsoft.com/office/drawing/2014/main" id="{D5F42C72-5D79-F6E9-1E41-126DD8333DAA}"/>
              </a:ext>
            </a:extLst>
          </p:cNvPr>
          <p:cNvSpPr/>
          <p:nvPr/>
        </p:nvSpPr>
        <p:spPr>
          <a:xfrm>
            <a:off x="4307215" y="2368158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7" name="Plus 46">
            <a:extLst>
              <a:ext uri="{FF2B5EF4-FFF2-40B4-BE49-F238E27FC236}">
                <a16:creationId xmlns:a16="http://schemas.microsoft.com/office/drawing/2014/main" id="{51A93B9B-F19D-BD60-BFBA-54B1A61BE7C1}"/>
              </a:ext>
            </a:extLst>
          </p:cNvPr>
          <p:cNvSpPr/>
          <p:nvPr/>
        </p:nvSpPr>
        <p:spPr>
          <a:xfrm>
            <a:off x="5490146" y="2368157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8" name="Plus 47">
            <a:extLst>
              <a:ext uri="{FF2B5EF4-FFF2-40B4-BE49-F238E27FC236}">
                <a16:creationId xmlns:a16="http://schemas.microsoft.com/office/drawing/2014/main" id="{9BE0811E-0DDF-B55F-677A-E657C8B04F1E}"/>
              </a:ext>
            </a:extLst>
          </p:cNvPr>
          <p:cNvSpPr/>
          <p:nvPr/>
        </p:nvSpPr>
        <p:spPr>
          <a:xfrm>
            <a:off x="6673077" y="2368156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9" name="Plus 48">
            <a:extLst>
              <a:ext uri="{FF2B5EF4-FFF2-40B4-BE49-F238E27FC236}">
                <a16:creationId xmlns:a16="http://schemas.microsoft.com/office/drawing/2014/main" id="{5EC4ED8D-E88D-D54A-8885-5DFAAF750B26}"/>
              </a:ext>
            </a:extLst>
          </p:cNvPr>
          <p:cNvSpPr/>
          <p:nvPr/>
        </p:nvSpPr>
        <p:spPr>
          <a:xfrm>
            <a:off x="7856008" y="2368155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0" name="Plus 49">
            <a:extLst>
              <a:ext uri="{FF2B5EF4-FFF2-40B4-BE49-F238E27FC236}">
                <a16:creationId xmlns:a16="http://schemas.microsoft.com/office/drawing/2014/main" id="{C4B8AEA4-AA8D-7545-D49C-420E3B613848}"/>
              </a:ext>
            </a:extLst>
          </p:cNvPr>
          <p:cNvSpPr/>
          <p:nvPr/>
        </p:nvSpPr>
        <p:spPr>
          <a:xfrm>
            <a:off x="9038939" y="2368154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51" name="Plus 50">
            <a:extLst>
              <a:ext uri="{FF2B5EF4-FFF2-40B4-BE49-F238E27FC236}">
                <a16:creationId xmlns:a16="http://schemas.microsoft.com/office/drawing/2014/main" id="{1C4CF859-602A-B700-8530-2CDE77CDEE5C}"/>
              </a:ext>
            </a:extLst>
          </p:cNvPr>
          <p:cNvSpPr/>
          <p:nvPr/>
        </p:nvSpPr>
        <p:spPr>
          <a:xfrm>
            <a:off x="10221870" y="2368153"/>
            <a:ext cx="482305" cy="48230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3790686-BC93-119B-C6ED-F416B8F4D013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102282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D2A42663-BA6F-FD4C-3AB2-58572357154A}"/>
              </a:ext>
            </a:extLst>
          </p:cNvPr>
          <p:cNvCxnSpPr>
            <a:cxnSpLocks/>
          </p:cNvCxnSpPr>
          <p:nvPr/>
        </p:nvCxnSpPr>
        <p:spPr>
          <a:xfrm>
            <a:off x="4286499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21385C9-2148-643B-0D28-F69173084D3D}"/>
              </a:ext>
            </a:extLst>
          </p:cNvPr>
          <p:cNvCxnSpPr>
            <a:cxnSpLocks/>
          </p:cNvCxnSpPr>
          <p:nvPr/>
        </p:nvCxnSpPr>
        <p:spPr>
          <a:xfrm>
            <a:off x="5470716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898EC61-8BDC-0E48-360E-C1CC3CDAC93F}"/>
              </a:ext>
            </a:extLst>
          </p:cNvPr>
          <p:cNvCxnSpPr>
            <a:cxnSpLocks/>
          </p:cNvCxnSpPr>
          <p:nvPr/>
        </p:nvCxnSpPr>
        <p:spPr>
          <a:xfrm>
            <a:off x="6654933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27CE48B-DB7B-1CDC-2B57-B4E7FBEA767D}"/>
              </a:ext>
            </a:extLst>
          </p:cNvPr>
          <p:cNvCxnSpPr>
            <a:cxnSpLocks/>
          </p:cNvCxnSpPr>
          <p:nvPr/>
        </p:nvCxnSpPr>
        <p:spPr>
          <a:xfrm>
            <a:off x="7839150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871EB2B-924E-C4A8-04BD-B4115E6476D8}"/>
              </a:ext>
            </a:extLst>
          </p:cNvPr>
          <p:cNvCxnSpPr>
            <a:cxnSpLocks/>
          </p:cNvCxnSpPr>
          <p:nvPr/>
        </p:nvCxnSpPr>
        <p:spPr>
          <a:xfrm>
            <a:off x="9023367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82C82BC-3A96-C4B1-15C4-4DDCFC3A05B5}"/>
              </a:ext>
            </a:extLst>
          </p:cNvPr>
          <p:cNvCxnSpPr>
            <a:cxnSpLocks/>
          </p:cNvCxnSpPr>
          <p:nvPr/>
        </p:nvCxnSpPr>
        <p:spPr>
          <a:xfrm>
            <a:off x="10207584" y="2804872"/>
            <a:ext cx="0" cy="2669687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9552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E3BF6-6331-CBD6-FF99-D1A817114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 Consumers: Moving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4393F-1021-C27E-FA8E-5E38DD43F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Filtering (Shaping traffic to consumer)</a:t>
            </a:r>
          </a:p>
          <a:p>
            <a:r>
              <a:rPr lang="en-US" dirty="0"/>
              <a:t>Durability (Survives restarts or reconnects)</a:t>
            </a:r>
          </a:p>
          <a:p>
            <a:r>
              <a:rPr lang="en-US" dirty="0"/>
              <a:t>Acks, Ack Wait (Control redelivery behavior)</a:t>
            </a:r>
          </a:p>
          <a:p>
            <a:r>
              <a:rPr lang="en-RU"/>
              <a:t>MaxAckPending</a:t>
            </a:r>
            <a:r>
              <a:rPr lang="en-US" dirty="0"/>
              <a:t> (Controls batching vs order)</a:t>
            </a:r>
          </a:p>
          <a:p>
            <a:r>
              <a:rPr lang="en-US" dirty="0"/>
              <a:t>Deliver Policy (From </a:t>
            </a:r>
            <a:r>
              <a:rPr lang="en-US"/>
              <a:t>the beginning, only recent or new)</a:t>
            </a:r>
            <a:endParaRPr lang="ru-RU" dirty="0"/>
          </a:p>
          <a:p>
            <a:r>
              <a:rPr lang="en-US" dirty="0"/>
              <a:t>Replay Policy (”real-time” vs “fast”)</a:t>
            </a:r>
          </a:p>
          <a:p>
            <a:r>
              <a:rPr lang="en-US" dirty="0"/>
              <a:t>Headers Only (For monitoring or filtering)</a:t>
            </a:r>
          </a:p>
        </p:txBody>
      </p:sp>
    </p:spTree>
    <p:extLst>
      <p:ext uri="{BB962C8B-B14F-4D97-AF65-F5344CB8AC3E}">
        <p14:creationId xmlns:p14="http://schemas.microsoft.com/office/powerpoint/2010/main" val="15081221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Filtering: EventSourcing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5" y="499226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7E7FE0B0-CB9E-A1B4-DE69-875D8F4FC6E6}"/>
              </a:ext>
            </a:extLst>
          </p:cNvPr>
          <p:cNvSpPr/>
          <p:nvPr/>
        </p:nvSpPr>
        <p:spPr>
          <a:xfrm>
            <a:off x="2018471" y="4901075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CCCC4C5E-D7AB-53F7-BF46-8FC8FB6AC3C7}"/>
              </a:ext>
            </a:extLst>
          </p:cNvPr>
          <p:cNvSpPr/>
          <p:nvPr/>
        </p:nvSpPr>
        <p:spPr>
          <a:xfrm>
            <a:off x="2018471" y="4641663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26AAD90B-AA65-5C0E-5913-930338B11D57}"/>
              </a:ext>
            </a:extLst>
          </p:cNvPr>
          <p:cNvSpPr/>
          <p:nvPr/>
        </p:nvSpPr>
        <p:spPr>
          <a:xfrm>
            <a:off x="2018471" y="4382251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C6663657-FE16-229A-D9FD-9442C589D439}"/>
              </a:ext>
            </a:extLst>
          </p:cNvPr>
          <p:cNvSpPr/>
          <p:nvPr/>
        </p:nvSpPr>
        <p:spPr>
          <a:xfrm>
            <a:off x="2018471" y="4122839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8BA22BDB-75B6-AB3A-C4C5-860AE06C03BE}"/>
              </a:ext>
            </a:extLst>
          </p:cNvPr>
          <p:cNvSpPr/>
          <p:nvPr/>
        </p:nvSpPr>
        <p:spPr>
          <a:xfrm>
            <a:off x="2018471" y="3863427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D741D788-A4B9-6157-7D9B-14AC6125FFFA}"/>
              </a:ext>
            </a:extLst>
          </p:cNvPr>
          <p:cNvSpPr/>
          <p:nvPr/>
        </p:nvSpPr>
        <p:spPr>
          <a:xfrm>
            <a:off x="2018471" y="3604015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D0AC4A0D-0459-175F-4C23-9A10AD86A64D}"/>
              </a:ext>
            </a:extLst>
          </p:cNvPr>
          <p:cNvSpPr/>
          <p:nvPr/>
        </p:nvSpPr>
        <p:spPr>
          <a:xfrm>
            <a:off x="2018471" y="3344603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367B7EB3-F1A5-6A8E-71C7-5040CEF9343C}"/>
              </a:ext>
            </a:extLst>
          </p:cNvPr>
          <p:cNvSpPr/>
          <p:nvPr/>
        </p:nvSpPr>
        <p:spPr>
          <a:xfrm>
            <a:off x="2018471" y="3085191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918065" y="2896058"/>
            <a:ext cx="0" cy="20962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AB6672F-D44D-D1E0-D9E6-B467E19A8F8C}"/>
              </a:ext>
            </a:extLst>
          </p:cNvPr>
          <p:cNvSpPr txBox="1"/>
          <p:nvPr/>
        </p:nvSpPr>
        <p:spPr>
          <a:xfrm>
            <a:off x="6187408" y="1375514"/>
            <a:ext cx="4744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Stream subjects: orders.&lt;location&gt;.&lt;id&gt;.&lt;status&gt;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A146C1-8764-9DB8-F42F-BB0E6246E4DE}"/>
              </a:ext>
            </a:extLst>
          </p:cNvPr>
          <p:cNvSpPr txBox="1"/>
          <p:nvPr/>
        </p:nvSpPr>
        <p:spPr>
          <a:xfrm>
            <a:off x="2988756" y="4827018"/>
            <a:ext cx="24855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F</a:t>
            </a:r>
            <a:r>
              <a:rPr lang="en-RU" sz="2400" dirty="0"/>
              <a:t>ilter: orders.&gt;</a:t>
            </a:r>
          </a:p>
          <a:p>
            <a:r>
              <a:rPr lang="en-GB" sz="2400" dirty="0"/>
              <a:t>D</a:t>
            </a:r>
            <a:r>
              <a:rPr lang="en-RU" sz="2400" dirty="0"/>
              <a:t>urable</a:t>
            </a:r>
          </a:p>
          <a:p>
            <a:r>
              <a:rPr lang="en-RU" sz="2400" dirty="0"/>
              <a:t>Ack: Explicit</a:t>
            </a:r>
          </a:p>
          <a:p>
            <a:r>
              <a:rPr lang="en-RU" sz="2400" dirty="0"/>
              <a:t>MaxAckPending: 1</a:t>
            </a:r>
          </a:p>
        </p:txBody>
      </p:sp>
    </p:spTree>
    <p:extLst>
      <p:ext uri="{BB962C8B-B14F-4D97-AF65-F5344CB8AC3E}">
        <p14:creationId xmlns:p14="http://schemas.microsoft.com/office/powerpoint/2010/main" val="312278892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Filtering: Reporting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5" y="499226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7E7FE0B0-CB9E-A1B4-DE69-875D8F4FC6E6}"/>
              </a:ext>
            </a:extLst>
          </p:cNvPr>
          <p:cNvSpPr/>
          <p:nvPr/>
        </p:nvSpPr>
        <p:spPr>
          <a:xfrm>
            <a:off x="2018471" y="4901075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C6663657-FE16-229A-D9FD-9442C589D439}"/>
              </a:ext>
            </a:extLst>
          </p:cNvPr>
          <p:cNvSpPr/>
          <p:nvPr/>
        </p:nvSpPr>
        <p:spPr>
          <a:xfrm>
            <a:off x="2018471" y="4122839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19" name="Diamond 18">
            <a:extLst>
              <a:ext uri="{FF2B5EF4-FFF2-40B4-BE49-F238E27FC236}">
                <a16:creationId xmlns:a16="http://schemas.microsoft.com/office/drawing/2014/main" id="{D741D788-A4B9-6157-7D9B-14AC6125FFFA}"/>
              </a:ext>
            </a:extLst>
          </p:cNvPr>
          <p:cNvSpPr/>
          <p:nvPr/>
        </p:nvSpPr>
        <p:spPr>
          <a:xfrm>
            <a:off x="2018471" y="3604015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D0AC4A0D-0459-175F-4C23-9A10AD86A64D}"/>
              </a:ext>
            </a:extLst>
          </p:cNvPr>
          <p:cNvSpPr/>
          <p:nvPr/>
        </p:nvSpPr>
        <p:spPr>
          <a:xfrm>
            <a:off x="2018471" y="3344603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918065" y="2896058"/>
            <a:ext cx="0" cy="20962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AB6672F-D44D-D1E0-D9E6-B467E19A8F8C}"/>
              </a:ext>
            </a:extLst>
          </p:cNvPr>
          <p:cNvSpPr txBox="1"/>
          <p:nvPr/>
        </p:nvSpPr>
        <p:spPr>
          <a:xfrm>
            <a:off x="6187408" y="1375514"/>
            <a:ext cx="4744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Stream subjects: orders.&lt;location&gt;.&lt;id&gt;.&lt;status&gt;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A146C1-8764-9DB8-F42F-BB0E6246E4DE}"/>
              </a:ext>
            </a:extLst>
          </p:cNvPr>
          <p:cNvSpPr txBox="1"/>
          <p:nvPr/>
        </p:nvSpPr>
        <p:spPr>
          <a:xfrm>
            <a:off x="2988756" y="4827018"/>
            <a:ext cx="36908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F</a:t>
            </a:r>
            <a:r>
              <a:rPr lang="en-RU" sz="2400" dirty="0"/>
              <a:t>ilter: orders.RU.*.delivered</a:t>
            </a:r>
          </a:p>
          <a:p>
            <a:r>
              <a:rPr lang="en-GB" sz="2400" dirty="0"/>
              <a:t>Ephemeral</a:t>
            </a:r>
            <a:endParaRPr lang="en-RU" sz="2400" dirty="0"/>
          </a:p>
          <a:p>
            <a:r>
              <a:rPr lang="en-RU" sz="2400" dirty="0"/>
              <a:t>Ack: All</a:t>
            </a:r>
          </a:p>
          <a:p>
            <a:r>
              <a:rPr lang="en-RU" sz="2400" dirty="0"/>
              <a:t>StartTime: 1h ago</a:t>
            </a:r>
          </a:p>
        </p:txBody>
      </p:sp>
    </p:spTree>
    <p:extLst>
      <p:ext uri="{BB962C8B-B14F-4D97-AF65-F5344CB8AC3E}">
        <p14:creationId xmlns:p14="http://schemas.microsoft.com/office/powerpoint/2010/main" val="411942468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C8EC-4097-9F31-F997-A610BD22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Consumer Filtering: Select/Lookup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230DD-6644-DD7B-3184-C80A86B6A8C8}"/>
              </a:ext>
            </a:extLst>
          </p:cNvPr>
          <p:cNvSpPr/>
          <p:nvPr/>
        </p:nvSpPr>
        <p:spPr>
          <a:xfrm>
            <a:off x="1299633" y="1771451"/>
            <a:ext cx="9592733" cy="11246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sz="2400" dirty="0"/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55E8FD3D-C62E-6447-9876-0964A3B906C0}"/>
              </a:ext>
            </a:extLst>
          </p:cNvPr>
          <p:cNvSpPr/>
          <p:nvPr/>
        </p:nvSpPr>
        <p:spPr>
          <a:xfrm>
            <a:off x="144694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74725DA-EF72-6EAC-A324-C2D2CFA3C69D}"/>
              </a:ext>
            </a:extLst>
          </p:cNvPr>
          <p:cNvSpPr/>
          <p:nvPr/>
        </p:nvSpPr>
        <p:spPr>
          <a:xfrm>
            <a:off x="2631165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070AF028-B387-1E74-B87D-98446AB9D1FC}"/>
              </a:ext>
            </a:extLst>
          </p:cNvPr>
          <p:cNvSpPr/>
          <p:nvPr/>
        </p:nvSpPr>
        <p:spPr>
          <a:xfrm>
            <a:off x="3818974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3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C99AC5B4-FF0D-F44C-51DA-21E3E48A0D32}"/>
              </a:ext>
            </a:extLst>
          </p:cNvPr>
          <p:cNvSpPr/>
          <p:nvPr/>
        </p:nvSpPr>
        <p:spPr>
          <a:xfrm>
            <a:off x="5003191" y="187976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4</a:t>
            </a:r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6E08FB9B-4775-BD72-E7B5-36E11A4599B9}"/>
              </a:ext>
            </a:extLst>
          </p:cNvPr>
          <p:cNvSpPr/>
          <p:nvPr/>
        </p:nvSpPr>
        <p:spPr>
          <a:xfrm>
            <a:off x="6187408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5</a:t>
            </a: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C6225C6E-E4F7-BF7F-8D8D-78372F127547}"/>
              </a:ext>
            </a:extLst>
          </p:cNvPr>
          <p:cNvSpPr/>
          <p:nvPr/>
        </p:nvSpPr>
        <p:spPr>
          <a:xfrm>
            <a:off x="7371625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6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B62DB32C-F543-4A9B-CAEB-39DC8550FAA4}"/>
              </a:ext>
            </a:extLst>
          </p:cNvPr>
          <p:cNvSpPr/>
          <p:nvPr/>
        </p:nvSpPr>
        <p:spPr>
          <a:xfrm>
            <a:off x="8555842" y="184550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7</a:t>
            </a:r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BF2FE00F-62F1-7042-6432-B39219CED6BB}"/>
              </a:ext>
            </a:extLst>
          </p:cNvPr>
          <p:cNvSpPr/>
          <p:nvPr/>
        </p:nvSpPr>
        <p:spPr>
          <a:xfrm>
            <a:off x="9740059" y="1862638"/>
            <a:ext cx="942234" cy="942234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1916AF-6D83-C59F-4E16-58DF6517344A}"/>
              </a:ext>
            </a:extLst>
          </p:cNvPr>
          <p:cNvSpPr/>
          <p:nvPr/>
        </p:nvSpPr>
        <p:spPr>
          <a:xfrm>
            <a:off x="1252425" y="4992261"/>
            <a:ext cx="1331280" cy="13312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RU" sz="2000" dirty="0"/>
              <a:t>Consumer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8FFD330-C6A6-AFBB-63B2-73C3BD8E14B2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1918065" y="2896058"/>
            <a:ext cx="0" cy="209620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AB6672F-D44D-D1E0-D9E6-B467E19A8F8C}"/>
              </a:ext>
            </a:extLst>
          </p:cNvPr>
          <p:cNvSpPr txBox="1"/>
          <p:nvPr/>
        </p:nvSpPr>
        <p:spPr>
          <a:xfrm>
            <a:off x="6187408" y="1375514"/>
            <a:ext cx="4744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dirty="0"/>
              <a:t>Stream subjects: orders.&lt;location&gt;.&lt;id&gt;.&lt;status&gt;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A146C1-8764-9DB8-F42F-BB0E6246E4DE}"/>
              </a:ext>
            </a:extLst>
          </p:cNvPr>
          <p:cNvSpPr txBox="1"/>
          <p:nvPr/>
        </p:nvSpPr>
        <p:spPr>
          <a:xfrm>
            <a:off x="2988756" y="4827018"/>
            <a:ext cx="361291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F</a:t>
            </a:r>
            <a:r>
              <a:rPr lang="en-RU" sz="2400" dirty="0"/>
              <a:t>ilter: orders.RU.7786542.*</a:t>
            </a:r>
          </a:p>
          <a:p>
            <a:r>
              <a:rPr lang="en-GB" sz="2400" dirty="0"/>
              <a:t>Ephemeral</a:t>
            </a:r>
            <a:endParaRPr lang="en-RU" sz="2400" dirty="0"/>
          </a:p>
          <a:p>
            <a:r>
              <a:rPr lang="en-RU" sz="2400" dirty="0"/>
              <a:t>Ack: None</a:t>
            </a:r>
          </a:p>
          <a:p>
            <a:r>
              <a:rPr lang="en-RU" sz="2400" dirty="0"/>
              <a:t>LastPerSubject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B1CF382B-19CD-B69A-7388-CB7F1A7C47C3}"/>
              </a:ext>
            </a:extLst>
          </p:cNvPr>
          <p:cNvSpPr/>
          <p:nvPr/>
        </p:nvSpPr>
        <p:spPr>
          <a:xfrm>
            <a:off x="2018471" y="4901075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1</a:t>
            </a:r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BE0C2E79-4205-C0D0-7663-6D7EE3EB31B7}"/>
              </a:ext>
            </a:extLst>
          </p:cNvPr>
          <p:cNvSpPr/>
          <p:nvPr/>
        </p:nvSpPr>
        <p:spPr>
          <a:xfrm>
            <a:off x="2018471" y="4641663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2</a:t>
            </a:r>
          </a:p>
        </p:txBody>
      </p:sp>
      <p:sp>
        <p:nvSpPr>
          <p:cNvPr id="25" name="Diamond 24">
            <a:extLst>
              <a:ext uri="{FF2B5EF4-FFF2-40B4-BE49-F238E27FC236}">
                <a16:creationId xmlns:a16="http://schemas.microsoft.com/office/drawing/2014/main" id="{5A34C531-B4CD-8D0D-BE82-10B877CC5606}"/>
              </a:ext>
            </a:extLst>
          </p:cNvPr>
          <p:cNvSpPr/>
          <p:nvPr/>
        </p:nvSpPr>
        <p:spPr>
          <a:xfrm>
            <a:off x="2018471" y="3085191"/>
            <a:ext cx="370711" cy="370711"/>
          </a:xfrm>
          <a:prstGeom prst="diamon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030801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B004E-5CAC-B08A-549E-135B355A9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else?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B40E9-F51A-81AE-38E7-0D193015E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1592118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2C82C8-61D3-DC9E-B437-ADD089AC4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NATS: More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E6918E-862A-51A9-1C7A-E2DE6EC19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NATS KV</a:t>
            </a:r>
          </a:p>
          <a:p>
            <a:r>
              <a:rPr lang="en-US" dirty="0"/>
              <a:t>NATS Object Store</a:t>
            </a:r>
          </a:p>
          <a:p>
            <a:r>
              <a:rPr lang="en-US" dirty="0"/>
              <a:t>NATS Execution Engine (Nex)</a:t>
            </a:r>
            <a:endParaRPr lang="ru-RU" dirty="0"/>
          </a:p>
          <a:p>
            <a:r>
              <a:rPr lang="en-US" dirty="0"/>
              <a:t>Subject Mappings</a:t>
            </a:r>
            <a:endParaRPr lang="ru-RU" dirty="0"/>
          </a:p>
          <a:p>
            <a:r>
              <a:rPr lang="en-US" dirty="0"/>
              <a:t>Virtual Streams</a:t>
            </a:r>
          </a:p>
        </p:txBody>
      </p:sp>
    </p:spTree>
    <p:extLst>
      <p:ext uri="{BB962C8B-B14F-4D97-AF65-F5344CB8AC3E}">
        <p14:creationId xmlns:p14="http://schemas.microsoft.com/office/powerpoint/2010/main" val="293710890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0D9B-CEBE-8899-DCC0-5CABB8D86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NATS </a:t>
            </a:r>
            <a:r>
              <a:rPr lang="en-US" dirty="0" err="1"/>
              <a:t>JetStream</a:t>
            </a:r>
            <a:r>
              <a:rPr lang="en-US" dirty="0"/>
              <a:t> Key/Value 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8EE92-E1B9-98B7-49BB-7BB228828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Distributed, versioned map (bucket) built on top of </a:t>
            </a:r>
            <a:r>
              <a:rPr lang="en-US" dirty="0" err="1"/>
              <a:t>JetStream</a:t>
            </a:r>
            <a:endParaRPr lang="en-US" dirty="0"/>
          </a:p>
          <a:p>
            <a:r>
              <a:rPr lang="en-US" dirty="0"/>
              <a:t>Designed for small configs/secrets with automatic replication &amp; history</a:t>
            </a:r>
          </a:p>
          <a:p>
            <a:r>
              <a:rPr lang="en-US" dirty="0"/>
              <a:t>Event‑driven: watch subscriptions, push updates instantly across the cluster</a:t>
            </a:r>
          </a:p>
          <a:p>
            <a:r>
              <a:rPr lang="en-US" dirty="0"/>
              <a:t>Ideal for: feature flags, app config, service discovery, leader election tokens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Cons / Limits:</a:t>
            </a:r>
          </a:p>
          <a:p>
            <a:r>
              <a:rPr lang="en-US" dirty="0"/>
              <a:t>Value size capped (default 1 MB) – not for large blobs</a:t>
            </a:r>
          </a:p>
          <a:p>
            <a:r>
              <a:rPr lang="en-US" dirty="0"/>
              <a:t>Version history limited to bucket’s --history setting</a:t>
            </a:r>
          </a:p>
          <a:p>
            <a:r>
              <a:rPr lang="en-US" dirty="0"/>
              <a:t>No server‑side transactions across multiple keys</a:t>
            </a:r>
          </a:p>
          <a:p>
            <a:r>
              <a:rPr lang="en-US" dirty="0"/>
              <a:t>Latency depends on stream replication quorum</a:t>
            </a:r>
          </a:p>
        </p:txBody>
      </p:sp>
    </p:spTree>
    <p:extLst>
      <p:ext uri="{BB962C8B-B14F-4D97-AF65-F5344CB8AC3E}">
        <p14:creationId xmlns:p14="http://schemas.microsoft.com/office/powerpoint/2010/main" val="28860837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CE380-C1B8-D96F-4FE1-D9FB5F88B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NATS </a:t>
            </a:r>
            <a:r>
              <a:rPr lang="en-US" dirty="0" err="1"/>
              <a:t>JetStream</a:t>
            </a:r>
            <a:r>
              <a:rPr lang="en-US" dirty="0"/>
              <a:t> Object Store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FAFA-8BA1-4121-D1E7-8D2AE0C00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Content‑addressed blob storage using </a:t>
            </a:r>
            <a:r>
              <a:rPr lang="en-US" dirty="0" err="1"/>
              <a:t>JetStream</a:t>
            </a:r>
            <a:r>
              <a:rPr lang="en-US" dirty="0"/>
              <a:t> for chunks &amp; metadata</a:t>
            </a:r>
          </a:p>
          <a:p>
            <a:r>
              <a:rPr lang="en-US" dirty="0"/>
              <a:t>Handles files of virtually any size with stream‑based download/upload</a:t>
            </a:r>
          </a:p>
          <a:p>
            <a:r>
              <a:rPr lang="en-US" dirty="0"/>
              <a:t>Replicated across NATS cluster; no external S3 required</a:t>
            </a:r>
          </a:p>
          <a:p>
            <a:r>
              <a:rPr lang="en-US" dirty="0"/>
              <a:t>Use cases: backup snapshots, artifacts, static assets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 / Limits:</a:t>
            </a:r>
          </a:p>
          <a:p>
            <a:r>
              <a:rPr lang="en-US" dirty="0"/>
              <a:t>Objects are immutable once stored (update = new object)</a:t>
            </a:r>
          </a:p>
          <a:p>
            <a:r>
              <a:rPr lang="en-US" dirty="0"/>
              <a:t>No partial writes, entire object (re)upload</a:t>
            </a:r>
          </a:p>
          <a:p>
            <a:r>
              <a:rPr lang="en-US" dirty="0"/>
              <a:t>Performs best with sequential access; random reads not optimized</a:t>
            </a:r>
          </a:p>
          <a:p>
            <a:r>
              <a:rPr lang="en-US" dirty="0"/>
              <a:t>Storage/back‑pressure quotas identical to underlying JetStream limits</a:t>
            </a:r>
          </a:p>
          <a:p>
            <a:r>
              <a:rPr lang="en-US" dirty="0"/>
              <a:t>Not a distributed storage system. Must fit into storage fs/memory</a:t>
            </a:r>
          </a:p>
        </p:txBody>
      </p:sp>
    </p:spTree>
    <p:extLst>
      <p:ext uri="{BB962C8B-B14F-4D97-AF65-F5344CB8AC3E}">
        <p14:creationId xmlns:p14="http://schemas.microsoft.com/office/powerpoint/2010/main" val="123430486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B5F94-6E02-3EFE-0814-B218BCB4F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F70BAB-A4DA-5C24-87DC-BBB0C1E00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NATS Execution Engine (Nex)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90F4E3-675A-1DDF-5F7C-5B62DC4E0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Serverless for NATS</a:t>
            </a:r>
          </a:p>
          <a:p>
            <a:endParaRPr lang="en-US" dirty="0"/>
          </a:p>
          <a:p>
            <a:r>
              <a:rPr lang="en-US" dirty="0"/>
              <a:t>Lightweight, pluggable add-on to any NATS</a:t>
            </a:r>
          </a:p>
          <a:p>
            <a:r>
              <a:rPr lang="en-US" dirty="0"/>
              <a:t>Deploy “serverless” functions (JavaScript, </a:t>
            </a:r>
            <a:r>
              <a:rPr lang="en-US" dirty="0" err="1"/>
              <a:t>WebAssembly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and long-running services (statically compiled Linux binaries)</a:t>
            </a:r>
            <a:br>
              <a:rPr lang="en-US" dirty="0"/>
            </a:br>
            <a:r>
              <a:rPr lang="en-US" dirty="0"/>
              <a:t>with zero SDKs or heavy dependencies</a:t>
            </a:r>
          </a:p>
          <a:p>
            <a:r>
              <a:rPr lang="en-US" dirty="0"/>
              <a:t>Leverages existing NATS primitives (Streams, Key-Value, Object Store) for built-in reliability, security, and data replication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hlinkClick r:id="rId2"/>
              </a:rPr>
              <a:t>https://www.youtube.com/watch?v=EfxtiKMnoyQ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5676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5911-95BA-F58E-CD0D-379365A7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Subject Mappings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F84CB-1DD3-B707-26CC-6A9F0C446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Simple mapping of subjects</a:t>
            </a:r>
            <a:br>
              <a:rPr lang="en-US" dirty="0"/>
            </a:br>
            <a:r>
              <a:rPr lang="en-US" dirty="0"/>
              <a:t>(like map in Kafka Streams, but </a:t>
            </a:r>
            <a:r>
              <a:rPr lang="en-US" i="1" u="sng" dirty="0"/>
              <a:t>inside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r>
              <a:rPr lang="en-US" dirty="0"/>
              <a:t>Migrations and evolution</a:t>
            </a:r>
          </a:p>
          <a:p>
            <a:r>
              <a:rPr lang="en-US" dirty="0"/>
              <a:t>Filtering</a:t>
            </a:r>
          </a:p>
          <a:p>
            <a:r>
              <a:rPr lang="en-US" dirty="0"/>
              <a:t>For multi zone deployments message routing</a:t>
            </a:r>
          </a:p>
        </p:txBody>
      </p:sp>
    </p:spTree>
    <p:extLst>
      <p:ext uri="{BB962C8B-B14F-4D97-AF65-F5344CB8AC3E}">
        <p14:creationId xmlns:p14="http://schemas.microsoft.com/office/powerpoint/2010/main" val="14437958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F9D8F-FD37-FF44-D76B-336247E8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Streams in</a:t>
            </a:r>
            <a:r>
              <a:rPr lang="ru-RU" dirty="0"/>
              <a:t> </a:t>
            </a:r>
            <a:r>
              <a:rPr lang="en-US" dirty="0" err="1"/>
              <a:t>JetStream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C5731-9FC5-E922-61D1-F5F1320C1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Virtual stream: combination of real streams + mappings from real streams</a:t>
            </a:r>
          </a:p>
          <a:p>
            <a:r>
              <a:rPr lang="en-US" dirty="0"/>
              <a:t>Consists of</a:t>
            </a:r>
          </a:p>
          <a:p>
            <a:pPr lvl="1"/>
            <a:r>
              <a:rPr lang="en-US" dirty="0"/>
              <a:t>Write streams (regular JS)</a:t>
            </a:r>
          </a:p>
          <a:p>
            <a:pPr lvl="1"/>
            <a:r>
              <a:rPr lang="en-US" dirty="0"/>
              <a:t>Read streams (mirror or source) for local regional access</a:t>
            </a:r>
          </a:p>
          <a:p>
            <a:pPr lvl="1"/>
            <a:r>
              <a:rPr lang="en-US" dirty="0"/>
              <a:t>Subject Mappings (publishing &amp; consumption)</a:t>
            </a:r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r>
              <a:rPr lang="en-US" dirty="0"/>
              <a:t>Worldwide clusters</a:t>
            </a:r>
          </a:p>
          <a:p>
            <a:r>
              <a:rPr lang="en-US" dirty="0"/>
              <a:t>Read from local zone without delay</a:t>
            </a:r>
          </a:p>
          <a:p>
            <a:r>
              <a:rPr lang="en-US" dirty="0"/>
              <a:t>Write to local zone, then eventually replicate globally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4800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D84DF-0AC2-1EF0-ADB8-208CB045D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EC6EF-08D7-0674-0D1E-C7B99983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Further reading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7C977-7F7E-663F-2A15-4D5D363D3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542428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1FBF75-B7E8-3982-B926-35A92F097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U" dirty="0"/>
              <a:t>Further reading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EA4E6E-69C7-20EB-A4D3-236085E30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effectLst/>
                <a:hlinkClick r:id="rId2"/>
              </a:rPr>
              <a:t>https://natsbyexample.com/</a:t>
            </a:r>
            <a:endParaRPr lang="ru-RU" dirty="0">
              <a:hlinkClick r:id="rId3"/>
            </a:endParaRPr>
          </a:p>
          <a:p>
            <a:r>
              <a:rPr lang="en-GB" dirty="0">
                <a:effectLst/>
                <a:hlinkClick r:id="rId3"/>
              </a:rPr>
              <a:t>https://docs.nats.io/nats-concepts/overview/compare-nats</a:t>
            </a:r>
            <a:endParaRPr lang="ru-RU" dirty="0">
              <a:effectLst/>
            </a:endParaRPr>
          </a:p>
          <a:p>
            <a:r>
              <a:rPr lang="en-GB" dirty="0">
                <a:hlinkClick r:id="rId4"/>
              </a:rPr>
              <a:t>https://github.com/synadia-io/rethink_connectivity</a:t>
            </a:r>
            <a:endParaRPr lang="ru-RU" dirty="0"/>
          </a:p>
          <a:p>
            <a:r>
              <a:rPr lang="en-GB" dirty="0">
                <a:hlinkClick r:id="rId5"/>
              </a:rPr>
              <a:t>https://www.youtube.com/@SynadiaCommunications</a:t>
            </a:r>
            <a:endParaRPr lang="en-GB" dirty="0"/>
          </a:p>
          <a:p>
            <a:endParaRPr lang="en-GB" dirty="0"/>
          </a:p>
          <a:p>
            <a:r>
              <a:rPr lang="en-GB" dirty="0">
                <a:hlinkClick r:id="rId6"/>
              </a:rPr>
              <a:t>https://www.synadia.com/blog/multi-cluster-consistency-models</a:t>
            </a:r>
            <a:endParaRPr lang="en-GB" dirty="0"/>
          </a:p>
          <a:p>
            <a:r>
              <a:rPr lang="en-US" dirty="0">
                <a:hlinkClick r:id="rId7"/>
              </a:rPr>
              <a:t>https://www.youtube.com/watch?v=EfxtiKMnoyQ</a:t>
            </a:r>
            <a:endParaRPr lang="en-US" dirty="0"/>
          </a:p>
          <a:p>
            <a:r>
              <a:rPr lang="en-GB" dirty="0">
                <a:hlinkClick r:id="rId8"/>
              </a:rPr>
              <a:t>https://www.youtube.com/watch?v=334XuMma1fk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71030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F2C8-9BF9-E75E-8D8C-663F49D8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E185F-1EF0-E60F-FF4B-FF9DE3CCB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Play with NATS</a:t>
            </a:r>
          </a:p>
          <a:p>
            <a:pPr lvl="1"/>
            <a:r>
              <a:rPr lang="en-US" dirty="0"/>
              <a:t>Test Pub/Sub</a:t>
            </a:r>
          </a:p>
          <a:p>
            <a:pPr lvl="1"/>
            <a:r>
              <a:rPr lang="en-US" dirty="0"/>
              <a:t>Test Work Queue (group consumers)</a:t>
            </a:r>
          </a:p>
          <a:p>
            <a:pPr lvl="1"/>
            <a:r>
              <a:rPr lang="en-US" dirty="0"/>
              <a:t>Test Request/Response</a:t>
            </a:r>
          </a:p>
        </p:txBody>
      </p:sp>
    </p:spTree>
    <p:extLst>
      <p:ext uri="{BB962C8B-B14F-4D97-AF65-F5344CB8AC3E}">
        <p14:creationId xmlns:p14="http://schemas.microsoft.com/office/powerpoint/2010/main" val="31939810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EEFB-3651-2F97-0752-7CD3CBFB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95FE3-D537-E6EB-A3CF-728075B5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137DE-F28C-6EFE-2004-3B47C2FA0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2610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FBAFC"/>
      </a:accent1>
      <a:accent2>
        <a:srgbClr val="F98D7E"/>
      </a:accent2>
      <a:accent3>
        <a:srgbClr val="92DF70"/>
      </a:accent3>
      <a:accent4>
        <a:srgbClr val="FEE170"/>
      </a:accent4>
      <a:accent5>
        <a:srgbClr val="67EBDA"/>
      </a:accent5>
      <a:accent6>
        <a:srgbClr val="F876B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 dirty="0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2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{9903D9F4-31B3-3445-8A3D-47E44533CDFF}tf16401378</Template>
  <TotalTime>44559</TotalTime>
  <Words>1847</Words>
  <Application>Microsoft Macintosh PowerPoint</Application>
  <PresentationFormat>Widescreen</PresentationFormat>
  <Paragraphs>709</Paragraphs>
  <Slides>86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NATS</vt:lpstr>
      <vt:lpstr>NATS Essentials</vt:lpstr>
      <vt:lpstr>NATS Essentials</vt:lpstr>
      <vt:lpstr>NATS Essentials</vt:lpstr>
      <vt:lpstr>NATS Essentials</vt:lpstr>
      <vt:lpstr>NATS Core: Messaging</vt:lpstr>
      <vt:lpstr>NATS Core: Messaging</vt:lpstr>
      <vt:lpstr>NATS Core: Messaging</vt:lpstr>
      <vt:lpstr>NATS Core: Messaging</vt:lpstr>
      <vt:lpstr>NATS Core: Messaging</vt:lpstr>
      <vt:lpstr>NATS Core: Messaging</vt:lpstr>
      <vt:lpstr>NATS Core: Pub/Sub</vt:lpstr>
      <vt:lpstr>NATS Core: Pub/Sub</vt:lpstr>
      <vt:lpstr>NATS Core: Pub/Sub</vt:lpstr>
      <vt:lpstr>NATS Core: Pub/Sub</vt:lpstr>
      <vt:lpstr>NATS Core: Queue</vt:lpstr>
      <vt:lpstr>NATS Core: Request/Response</vt:lpstr>
      <vt:lpstr>NATS Core: Request/Response</vt:lpstr>
      <vt:lpstr>NATS Core: Request/Response</vt:lpstr>
      <vt:lpstr>NATS Core: Request/Response</vt:lpstr>
      <vt:lpstr>NATS Core: Request/Response</vt:lpstr>
      <vt:lpstr>NATS Core: Messaging</vt:lpstr>
      <vt:lpstr>NATS Clustering</vt:lpstr>
      <vt:lpstr>NATS Single</vt:lpstr>
      <vt:lpstr>NATS Single</vt:lpstr>
      <vt:lpstr>NATS Cluster</vt:lpstr>
      <vt:lpstr>NATS Cluster</vt:lpstr>
      <vt:lpstr>NATS Cluster Routing</vt:lpstr>
      <vt:lpstr>NATS Cluster</vt:lpstr>
      <vt:lpstr>NATS Cluster</vt:lpstr>
      <vt:lpstr>NATS Supercluster (Cluster of clusters)</vt:lpstr>
      <vt:lpstr>NATS Supercluster</vt:lpstr>
      <vt:lpstr>NATS Supercluster and Leaf Nodes</vt:lpstr>
      <vt:lpstr>NATS Supercluster and Leaf Nodes</vt:lpstr>
      <vt:lpstr>NATS Clustering: Topology</vt:lpstr>
      <vt:lpstr>NATS JetStream</vt:lpstr>
      <vt:lpstr>NATS JetStream</vt:lpstr>
      <vt:lpstr>NATS JetStream</vt:lpstr>
      <vt:lpstr>NATS JetStream</vt:lpstr>
      <vt:lpstr>NATS JetStream</vt:lpstr>
      <vt:lpstr>NATS JetStream</vt:lpstr>
      <vt:lpstr>NATS JetStream</vt:lpstr>
      <vt:lpstr>NATS JetStream</vt:lpstr>
      <vt:lpstr>NATS JetStream: Persistence &amp; Streaming</vt:lpstr>
      <vt:lpstr>JetStream Consumers</vt:lpstr>
      <vt:lpstr>NATS Consumer</vt:lpstr>
      <vt:lpstr>NATS JetStream Consumer (Durable)</vt:lpstr>
      <vt:lpstr>Consumer Acks</vt:lpstr>
      <vt:lpstr>Consumer Acks: Explicit</vt:lpstr>
      <vt:lpstr>Consumer Acks: Explicit</vt:lpstr>
      <vt:lpstr>Consumer Acks: Explicit</vt:lpstr>
      <vt:lpstr>Consumer Acks: Explicit</vt:lpstr>
      <vt:lpstr>Consumer Acks: Explicit</vt:lpstr>
      <vt:lpstr>Consumer Acks: Explicit</vt:lpstr>
      <vt:lpstr>Consumer Acks: Explicit</vt:lpstr>
      <vt:lpstr>Consumer Acks</vt:lpstr>
      <vt:lpstr>Consumer Acks: All</vt:lpstr>
      <vt:lpstr>Consumer Acks: All</vt:lpstr>
      <vt:lpstr>Consumer Acks: All</vt:lpstr>
      <vt:lpstr>Consumer Acks: All</vt:lpstr>
      <vt:lpstr>Consumer Acks: All</vt:lpstr>
      <vt:lpstr>Consumer Acks: All</vt:lpstr>
      <vt:lpstr>Consumer Acks: All</vt:lpstr>
      <vt:lpstr>Consumer Acks: All</vt:lpstr>
      <vt:lpstr>Consumer Acks</vt:lpstr>
      <vt:lpstr>Consumer Acks: All</vt:lpstr>
      <vt:lpstr>Consumer Acks: All</vt:lpstr>
      <vt:lpstr>Consumer Acks: All</vt:lpstr>
      <vt:lpstr>Consumer Acks: All</vt:lpstr>
      <vt:lpstr>JS Consumers: Moving Parts</vt:lpstr>
      <vt:lpstr>Consumer Filtering: EventSourcing</vt:lpstr>
      <vt:lpstr>Consumer Filtering: Reporting</vt:lpstr>
      <vt:lpstr>Consumer Filtering: Select/Lookup</vt:lpstr>
      <vt:lpstr>What else?</vt:lpstr>
      <vt:lpstr>NATS: More Features</vt:lpstr>
      <vt:lpstr>NATS JetStream Key/Value Store</vt:lpstr>
      <vt:lpstr>NATS JetStream Object Store</vt:lpstr>
      <vt:lpstr>NATS Execution Engine (Nex)</vt:lpstr>
      <vt:lpstr>Subject Mappings</vt:lpstr>
      <vt:lpstr>Virtual Streams in JetStream</vt:lpstr>
      <vt:lpstr>Further reading</vt:lpstr>
      <vt:lpstr>Further reading</vt:lpstr>
      <vt:lpstr>Homework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Mons Anderson</dc:creator>
  <cp:lastModifiedBy>Volodymyr Perepelytsya</cp:lastModifiedBy>
  <cp:revision>156</cp:revision>
  <dcterms:created xsi:type="dcterms:W3CDTF">2024-07-06T19:28:54Z</dcterms:created>
  <dcterms:modified xsi:type="dcterms:W3CDTF">2025-11-25T13:38:37Z</dcterms:modified>
</cp:coreProperties>
</file>