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19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296" r:id="rId34"/>
    <p:sldId id="298" r:id="rId35"/>
    <p:sldId id="299" r:id="rId3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EEBF2-0CC9-4CAC-88A1-FB5D0F00B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16048-3121-4065-8F90-171BC5C2B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DDE5F-4B17-4889-87CA-736C1E037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25.03.2023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F2477-59D3-412F-A39B-D33B6B6B4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0E3BE-2577-490C-9B17-4B570C2F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9954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7F155-8F9C-49A7-8892-056888E86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984E6-0F56-4A68-B17B-EF3418AD9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0F0CD-63C1-4C0A-B841-F8960BB0A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25.03.2023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3B7FB-15F0-45DE-8AFA-6226F6DF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FC764-3DB0-4461-B936-7EDD8195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06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1D45B-3B82-4292-B4EF-2EE2AC497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D1552-2559-4B4C-A682-D0B55A943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DB9AA-0F83-4ABE-980E-B2137712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25.03.2023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C6340-77D7-446D-8CEE-CCDCD9CD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94A29-E5BC-41FB-AF34-F762A211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6264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C2A4C-8E36-4BCC-AFFA-995530E27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196B-D4F6-475E-BC51-F92437B0A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ED0D3-4839-4F06-A96E-F843725E2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7463A-8606-42C4-AFEA-6913E8D78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25.03.2023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2D106-F771-4A9E-B4BA-2ED1D985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24023-BBEB-418C-A219-92412420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806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A9C9-9AB3-4BE7-8E79-E4C37B9B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96664-6A70-42D0-9296-8F2211AE4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1C532-64EE-4955-A5C2-2A12E514B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D072E-9838-4AAB-B04A-BA5DE38B4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DD6F5-0CD0-406A-9C40-060345CC4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B869F2-0F0A-4108-8691-B2B0F52D3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25.03.2023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CECA9F-5095-4140-9770-7F1CB418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0F84B3-E2BD-4C58-ADE7-498687F46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369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0D7F-8BAF-4A7B-B5A6-8EED88A6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ACE3E-8E57-4AE7-B402-FC5A8CD82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25.03.2023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CFD41-64BF-48BE-A2C7-1166B16D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AC67A7-28B1-446F-9C85-B8E50A91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0336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4629F-B6AC-4E35-9FF6-8E14C55C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25.03.2023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27D9B-BDAB-4DAB-AE45-E6E5D20D5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2B795-9A38-45C6-A61E-9A627A5A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4393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390E9-A5D1-4083-871E-FC876C904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FBC79-BC58-4E01-9114-554E096A3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7A7B7-C401-496F-B616-647E2BF85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943F7-43F5-4711-B905-ED66B98C5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25.03.2023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6195F-7759-428F-BDC4-153607660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6CB8D-E362-4995-AF51-2C4AA10D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3222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F0D9-F847-4B12-B459-23F85B708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8FA913-B4BA-45F5-9D80-AD16DCD77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9FFFF-54DF-4C23-B55C-8EE71DEBA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6945A-B3E5-49C5-89B2-7B3AB4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25.03.2023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E8DE0-00FC-4105-A67D-C3309F806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EF110-CDE3-4E1E-A6E6-416FABBD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82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72FD-5103-4625-854A-A1D3EE538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EA92F-652D-47D4-AC6F-CC66F476D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4AF7A-A377-45FA-81EB-921A58091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25.03.2023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E810B-88A6-4610-A9FB-710E379F7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C3245-07C4-49A7-9D70-9C682C974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977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FE5CFA-F97E-4111-A41C-F72E98D5B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BC4FF-57DD-4161-9EF8-B964EDA93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669F3-2451-49DA-8C64-5E11181B7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A8B9-896F-4B4D-856B-2140E4B483EC}" type="datetimeFigureOut">
              <a:rPr lang="de-DE" smtClean="0"/>
              <a:t>25.03.2023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B988D-4A43-44BC-8FCD-3D3D75D1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683EE-39DE-4D1B-8EE7-DDE655CAC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7078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35BE0C-5856-4A3A-8652-187BD6430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BD9FF-BD22-4FC4-B966-50A53FB04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79398-18F7-48D4-AA94-7146705EE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6A8B9-896F-4B4D-856B-2140E4B483EC}" type="datetimeFigureOut">
              <a:rPr lang="de-DE" smtClean="0"/>
              <a:t>25.03.2023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C49C2-56DE-46DB-8722-75AD1D732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CDAB5-4E6F-4B90-8D3D-59B791489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3199E-114F-4B22-81BE-1742480011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223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C20ADF-8BDB-490A-ADD4-D4EDC7FA1C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3EF19B-DCF0-4720-9569-35B660076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9472"/>
            <a:ext cx="12192000" cy="278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84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A20AF9-71A6-46E9-A727-5ADFB7247E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E72E1F6-D152-46B9-A71A-A40EB0DEBDAA}"/>
              </a:ext>
            </a:extLst>
          </p:cNvPr>
          <p:cNvSpPr/>
          <p:nvPr/>
        </p:nvSpPr>
        <p:spPr>
          <a:xfrm>
            <a:off x="550735" y="274701"/>
            <a:ext cx="7926705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Проверить,</a:t>
            </a:r>
            <a:r>
              <a:rPr lang="de-DE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идет</a:t>
            </a:r>
            <a:r>
              <a:rPr lang="de-DE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ли</a:t>
            </a:r>
            <a:r>
              <a:rPr lang="de-DE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запись!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DC907D-AF3B-472E-9BF6-44C2CDC1715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743960" y="2030476"/>
            <a:ext cx="3972560" cy="396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586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8187703-B19E-47BC-8C1A-F46747548B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5D512B-E08A-410B-BAEE-96C029D1FFA6}"/>
              </a:ext>
            </a:extLst>
          </p:cNvPr>
          <p:cNvSpPr txBox="1"/>
          <p:nvPr/>
        </p:nvSpPr>
        <p:spPr>
          <a:xfrm>
            <a:off x="1166070" y="2338475"/>
            <a:ext cx="91737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i="0" u="none" strike="noStrike" baseline="0" dirty="0">
                <a:solidFill>
                  <a:srgbClr val="FFFFFF"/>
                </a:solidFill>
                <a:latin typeface="Roboto-Bold"/>
              </a:rPr>
              <a:t>Меня хорошо видно &amp;&amp; слышно?</a:t>
            </a:r>
          </a:p>
          <a:p>
            <a:pPr algn="ctr"/>
            <a:r>
              <a:rPr lang="ru-RU" sz="1800" b="0" i="0" u="none" strike="noStrike" baseline="0" dirty="0">
                <a:solidFill>
                  <a:srgbClr val="FFFFFF"/>
                </a:solidFill>
                <a:latin typeface="Roboto-Regular"/>
              </a:rPr>
              <a:t>Ставьте </a:t>
            </a:r>
            <a:r>
              <a:rPr lang="ru-RU" sz="2400" b="0" i="0" u="none" strike="noStrike" baseline="0" dirty="0">
                <a:solidFill>
                  <a:srgbClr val="FFFFFF"/>
                </a:solidFill>
                <a:latin typeface="Roboto-Regular"/>
              </a:rPr>
              <a:t>+</a:t>
            </a:r>
            <a:r>
              <a:rPr lang="ru-RU" sz="1800" b="0" i="0" u="none" strike="noStrike" baseline="0" dirty="0">
                <a:solidFill>
                  <a:srgbClr val="FFFFFF"/>
                </a:solidFill>
                <a:latin typeface="Roboto-Regular"/>
              </a:rPr>
              <a:t>, если все хорошо</a:t>
            </a:r>
          </a:p>
          <a:p>
            <a:pPr algn="ctr"/>
            <a:r>
              <a:rPr lang="ru-RU" sz="1800" b="0" i="0" u="none" strike="noStrike" baseline="0" dirty="0">
                <a:solidFill>
                  <a:srgbClr val="FFFFFF"/>
                </a:solidFill>
                <a:latin typeface="Roboto-Regular"/>
              </a:rPr>
              <a:t>Напишите в чат, если есть проблемы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990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5BF852-A7D3-452B-87C3-17ADAC8FE62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3620A9-4D33-447A-AD2D-AA885DE92457}"/>
              </a:ext>
            </a:extLst>
          </p:cNvPr>
          <p:cNvSpPr txBox="1"/>
          <p:nvPr/>
        </p:nvSpPr>
        <p:spPr>
          <a:xfrm>
            <a:off x="2704842" y="2822745"/>
            <a:ext cx="61584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4000" b="1" i="0" u="none" strike="noStrike" baseline="0" dirty="0" err="1">
                <a:solidFill>
                  <a:srgbClr val="FFFFFF"/>
                </a:solidFill>
                <a:latin typeface="Roboto-Bold"/>
              </a:rPr>
              <a:t>Akka</a:t>
            </a:r>
            <a:endParaRPr lang="de-DE" sz="4000" dirty="0"/>
          </a:p>
        </p:txBody>
      </p:sp>
    </p:spTree>
    <p:extLst>
      <p:ext uri="{BB962C8B-B14F-4D97-AF65-F5344CB8AC3E}">
        <p14:creationId xmlns:p14="http://schemas.microsoft.com/office/powerpoint/2010/main" val="2871357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3620A9-4D33-447A-AD2D-AA885DE92457}"/>
              </a:ext>
            </a:extLst>
          </p:cNvPr>
          <p:cNvSpPr txBox="1"/>
          <p:nvPr/>
        </p:nvSpPr>
        <p:spPr>
          <a:xfrm>
            <a:off x="3015234" y="3066026"/>
            <a:ext cx="61584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i="0" u="none" strike="noStrike" baseline="0" dirty="0">
                <a:solidFill>
                  <a:srgbClr val="FFFFFF"/>
                </a:solidFill>
                <a:latin typeface="Roboto-Bold"/>
              </a:rPr>
              <a:t>Библиотека коллекций</a:t>
            </a:r>
            <a:endParaRPr lang="de-DE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35EC1-11E0-478E-B1D7-519D97363A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35" y="-122174"/>
            <a:ext cx="12191365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D69421C-41BB-4B92-A72F-014F068EE84E}"/>
              </a:ext>
            </a:extLst>
          </p:cNvPr>
          <p:cNvSpPr/>
          <p:nvPr/>
        </p:nvSpPr>
        <p:spPr>
          <a:xfrm>
            <a:off x="334772" y="283845"/>
            <a:ext cx="4445000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Преподаватель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5D0C83-645D-4722-826B-5916645C03F6}"/>
              </a:ext>
            </a:extLst>
          </p:cNvPr>
          <p:cNvSpPr/>
          <p:nvPr/>
        </p:nvSpPr>
        <p:spPr>
          <a:xfrm>
            <a:off x="2557272" y="1819398"/>
            <a:ext cx="2119630" cy="42354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1" dirty="0">
                <a:solidFill>
                  <a:srgbClr val="40CDD0"/>
                </a:solidFill>
                <a:effectLst/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Шилин Валентин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79E631-DA05-459C-AC36-3E1F2A1B52F6}"/>
              </a:ext>
            </a:extLst>
          </p:cNvPr>
          <p:cNvSpPr/>
          <p:nvPr/>
        </p:nvSpPr>
        <p:spPr>
          <a:xfrm>
            <a:off x="2557272" y="2230939"/>
            <a:ext cx="8152765" cy="42354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Старший программист/аналитик данных </a:t>
            </a:r>
            <a:r>
              <a:rPr lang="de-DE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Deutsche Telekom IT GmbH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728F0C-15C2-497C-92C9-E285AB28F758}"/>
              </a:ext>
            </a:extLst>
          </p:cNvPr>
          <p:cNvSpPr/>
          <p:nvPr/>
        </p:nvSpPr>
        <p:spPr>
          <a:xfrm>
            <a:off x="2557272" y="2674527"/>
            <a:ext cx="7590790" cy="42354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Выпускник СПбГУ П</a:t>
            </a:r>
            <a:r>
              <a:rPr lang="de-DE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M</a:t>
            </a:r>
            <a:r>
              <a:rPr lang="ru-RU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-ПУ по специальности "Прикладная математика и физика".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9D5C9A-D7A2-4420-AE66-187617052FAD}"/>
              </a:ext>
            </a:extLst>
          </p:cNvPr>
          <p:cNvSpPr/>
          <p:nvPr/>
        </p:nvSpPr>
        <p:spPr>
          <a:xfrm>
            <a:off x="2557272" y="3465641"/>
            <a:ext cx="8686165" cy="6997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Профессиональный опыт: 15 лет программирования на С++, 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С</a:t>
            </a:r>
            <a:r>
              <a:rPr lang="en-US" sz="180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#, JavaScript, Python, Scala, Java.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6875A2-EEC2-40CF-A8E4-A2EDD1535C5B}"/>
              </a:ext>
            </a:extLst>
          </p:cNvPr>
          <p:cNvSpPr/>
          <p:nvPr/>
        </p:nvSpPr>
        <p:spPr>
          <a:xfrm>
            <a:off x="2557272" y="4253916"/>
            <a:ext cx="7933690" cy="66230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Эксперт в обработке больших данных с помощью </a:t>
            </a:r>
            <a:r>
              <a:rPr lang="en-US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Scala/Spark </a:t>
            </a:r>
            <a:r>
              <a:rPr lang="de-DE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и</a:t>
            </a:r>
            <a:r>
              <a:rPr lang="en-US" sz="1800" dirty="0">
                <a:solidFill>
                  <a:srgbClr val="232323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 Hadoop Cloudera.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FF6E424A-3025-BFE4-3316-3F0BD4637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36584" y="2189426"/>
            <a:ext cx="2258269" cy="169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937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35EC1-11E0-478E-B1D7-519D97363A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7" y="0"/>
            <a:ext cx="12191365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A1F29D9-5AE9-40D1-8DC8-567A5FE7A804}"/>
              </a:ext>
            </a:extLst>
          </p:cNvPr>
          <p:cNvSpPr/>
          <p:nvPr/>
        </p:nvSpPr>
        <p:spPr>
          <a:xfrm>
            <a:off x="334645" y="292989"/>
            <a:ext cx="5304790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Правила</a:t>
            </a:r>
            <a:r>
              <a:rPr lang="de-DE" sz="3600" b="1" spc="8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36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вебинара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22FC40D-EA51-43C6-9119-179F7DE7BD2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29272" y="1859153"/>
            <a:ext cx="800735" cy="7988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915B4DD-161C-44F4-B6E3-A532F2D639B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29272" y="2944560"/>
            <a:ext cx="798830" cy="79883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2EB6F6C-CA1B-43F8-8D6B-41A40EC2FF7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29272" y="4075304"/>
            <a:ext cx="798830" cy="79883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2423773-B7A5-4CE8-8D8E-C2AC277E7E3D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529272" y="5206048"/>
            <a:ext cx="798830" cy="79883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3B08AD2-41CB-487D-8936-FF4F878AD1DB}"/>
              </a:ext>
            </a:extLst>
          </p:cNvPr>
          <p:cNvSpPr/>
          <p:nvPr/>
        </p:nvSpPr>
        <p:spPr>
          <a:xfrm>
            <a:off x="2425192" y="2105406"/>
            <a:ext cx="3373120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Активно</a:t>
            </a:r>
            <a:r>
              <a:rPr lang="de-DE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участвуем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A9F7FC-FD45-4F2C-8C0C-A6BE4A4AEAE0}"/>
              </a:ext>
            </a:extLst>
          </p:cNvPr>
          <p:cNvSpPr/>
          <p:nvPr/>
        </p:nvSpPr>
        <p:spPr>
          <a:xfrm>
            <a:off x="2425192" y="3110865"/>
            <a:ext cx="5936615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Задаем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вопрос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чат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или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голосом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287D1B-2637-4CC0-8A01-697430E3877B}"/>
              </a:ext>
            </a:extLst>
          </p:cNvPr>
          <p:cNvSpPr/>
          <p:nvPr/>
        </p:nvSpPr>
        <p:spPr>
          <a:xfrm>
            <a:off x="2425192" y="4241738"/>
            <a:ext cx="9761220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Off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-</a:t>
            </a: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topic</a:t>
            </a:r>
            <a:r>
              <a:rPr lang="de-DE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обсуждаем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Slack</a:t>
            </a:r>
            <a:r>
              <a:rPr lang="de-DE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#канал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группы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или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#</a:t>
            </a: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general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9FA747-7FEF-4B8C-B180-9A7D5D990AB7}"/>
              </a:ext>
            </a:extLst>
          </p:cNvPr>
          <p:cNvSpPr/>
          <p:nvPr/>
        </p:nvSpPr>
        <p:spPr>
          <a:xfrm>
            <a:off x="2425192" y="5372611"/>
            <a:ext cx="7899400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Вопросы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вижу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чате,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могу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ответить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не</a:t>
            </a:r>
            <a:r>
              <a:rPr lang="ru-RU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сразу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31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35EC1-11E0-478E-B1D7-519D97363A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7" y="0"/>
            <a:ext cx="12191365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D4B3999-86D9-4E34-A8C3-EAE3526F4091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Давайте</a:t>
            </a:r>
            <a:r>
              <a:rPr lang="ru-RU" sz="3600" b="1" spc="85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познакомимся.</a:t>
            </a:r>
            <a:r>
              <a:rPr lang="ru-RU" sz="3600" b="1" spc="85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Что</a:t>
            </a:r>
            <a:r>
              <a:rPr lang="ru-RU" sz="3600" b="1" spc="85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вы</a:t>
            </a:r>
            <a:r>
              <a:rPr lang="ru-RU" sz="3600" b="1" spc="85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уже</a:t>
            </a:r>
            <a:r>
              <a:rPr lang="ru-RU" sz="3600" b="1" spc="85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узнали?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0D9C0A-DEEA-43FB-8B21-89462165DE2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5264" y="3137470"/>
            <a:ext cx="800735" cy="79883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33FE597-B969-40F0-8BD9-D9BD93208F6B}"/>
              </a:ext>
            </a:extLst>
          </p:cNvPr>
          <p:cNvSpPr/>
          <p:nvPr/>
        </p:nvSpPr>
        <p:spPr>
          <a:xfrm>
            <a:off x="2906712" y="2672016"/>
            <a:ext cx="3361055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Что</a:t>
            </a:r>
            <a:r>
              <a:rPr lang="de-DE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успели</a:t>
            </a:r>
            <a:r>
              <a:rPr lang="de-DE" sz="2200" spc="45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узнать?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392CFC-3AD5-4709-877A-242A683BE591}"/>
              </a:ext>
            </a:extLst>
          </p:cNvPr>
          <p:cNvSpPr/>
          <p:nvPr/>
        </p:nvSpPr>
        <p:spPr>
          <a:xfrm>
            <a:off x="2906712" y="3319398"/>
            <a:ext cx="2054225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Нравиться?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B9AEF4-420E-47AF-8DCA-4EF00DEE37FB}"/>
              </a:ext>
            </a:extLst>
          </p:cNvPr>
          <p:cNvSpPr/>
          <p:nvPr/>
        </p:nvSpPr>
        <p:spPr>
          <a:xfrm>
            <a:off x="2906712" y="4006342"/>
            <a:ext cx="1549400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22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Сложно?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81F12D-80EF-42F3-8EBC-40AD85D73B16}"/>
              </a:ext>
            </a:extLst>
          </p:cNvPr>
          <p:cNvSpPr/>
          <p:nvPr/>
        </p:nvSpPr>
        <p:spPr>
          <a:xfrm>
            <a:off x="4960937" y="1813368"/>
            <a:ext cx="4939030" cy="4349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22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</a:t>
            </a:r>
            <a:r>
              <a:rPr lang="de-DE" sz="2200" b="1" spc="5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чате</a:t>
            </a:r>
            <a:r>
              <a:rPr lang="de-DE" sz="2200" b="1" spc="5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или</a:t>
            </a:r>
            <a:r>
              <a:rPr lang="de-DE" sz="2200" b="1" spc="5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поднимайте</a:t>
            </a:r>
            <a:r>
              <a:rPr lang="de-DE" sz="2200" b="1" spc="5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22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руку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952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35EC1-11E0-478E-B1D7-519D97363A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7" y="0"/>
            <a:ext cx="12191365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25013B-403C-4D01-A5ED-0746D1A5EDF9}"/>
              </a:ext>
            </a:extLst>
          </p:cNvPr>
          <p:cNvSpPr/>
          <p:nvPr/>
        </p:nvSpPr>
        <p:spPr>
          <a:xfrm>
            <a:off x="325437" y="240665"/>
            <a:ext cx="5597525" cy="8902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45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Цели</a:t>
            </a:r>
            <a:r>
              <a:rPr lang="de-DE" sz="4500" b="1" spc="10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de-DE" sz="45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вебинара</a:t>
            </a:r>
            <a:r>
              <a:rPr lang="de-DE" sz="4500" b="1" spc="105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BE338D-6BD0-16C1-9F9B-F18C25A41E1E}"/>
              </a:ext>
            </a:extLst>
          </p:cNvPr>
          <p:cNvSpPr/>
          <p:nvPr/>
        </p:nvSpPr>
        <p:spPr>
          <a:xfrm>
            <a:off x="6334392" y="3482981"/>
            <a:ext cx="4329414" cy="77023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ru-RU" sz="2400" b="1" dirty="0">
              <a:solidFill>
                <a:srgbClr val="40CDD0"/>
              </a:solidFill>
              <a:effectLst/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58281-C252-6F75-AD41-D7F24A8D6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349" y="1996436"/>
            <a:ext cx="73533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4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Мотивация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773CCA-8985-3763-24BE-0A6D6052062A}"/>
              </a:ext>
            </a:extLst>
          </p:cNvPr>
          <p:cNvSpPr txBox="1"/>
          <p:nvPr/>
        </p:nvSpPr>
        <p:spPr>
          <a:xfrm>
            <a:off x="269494" y="1560081"/>
            <a:ext cx="6153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- </a:t>
            </a:r>
            <a:r>
              <a:rPr lang="de-DE" dirty="0" err="1"/>
              <a:t>Асинхронность</a:t>
            </a:r>
            <a:endParaRPr lang="de-DE" dirty="0"/>
          </a:p>
          <a:p>
            <a:r>
              <a:rPr lang="de-DE" dirty="0"/>
              <a:t>- </a:t>
            </a:r>
            <a:r>
              <a:rPr lang="de-DE" dirty="0" err="1"/>
              <a:t>Конкуренция</a:t>
            </a:r>
            <a:endParaRPr lang="de-DE" dirty="0"/>
          </a:p>
          <a:p>
            <a:r>
              <a:rPr lang="de-DE" dirty="0"/>
              <a:t>- </a:t>
            </a:r>
            <a:r>
              <a:rPr lang="de-DE" dirty="0" err="1"/>
              <a:t>Параллелизм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3149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Мотивация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87B193-60A2-6E0F-CF93-3AF7EA44C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00" y="1455403"/>
            <a:ext cx="1128712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139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Мотивация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E0E23E-B015-87A8-DF5A-F382ACD4B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66" y="1391916"/>
            <a:ext cx="1149667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11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Модель </a:t>
            </a:r>
            <a:r>
              <a:rPr lang="ru-RU" sz="3600" b="1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акторов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07422F-5612-CBAB-516E-67240AE84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987"/>
            <a:ext cx="1129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090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Свойства </a:t>
            </a:r>
            <a:r>
              <a:rPr lang="ru-RU" sz="3600" b="1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акторов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8FEB51-6188-0EF0-31EC-C390BBEAF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6736"/>
            <a:ext cx="616267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127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АККА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76B0CD-6831-3C6F-275D-B8CD508D4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92" y="1316736"/>
            <a:ext cx="116776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021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АККА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B728CA-0B54-464F-ED1D-98F59D8B5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1" y="1316736"/>
            <a:ext cx="515302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961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АККА | </a:t>
            </a:r>
            <a:r>
              <a:rPr lang="de-DE" sz="3600" b="1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ActorSystem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C4A909-283C-85A8-0146-9B85C93F0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6736"/>
            <a:ext cx="1099185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46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АККА | </a:t>
            </a:r>
            <a:r>
              <a:rPr lang="de-DE" sz="3600" b="1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ActorSystem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1155F2-154F-46DA-9AA4-CB1DB0948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94" y="1355562"/>
            <a:ext cx="610552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9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АККА | </a:t>
            </a:r>
            <a:r>
              <a:rPr lang="de-DE" sz="3600" b="1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ActorSystem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918198-3211-6FF9-9421-A7B359978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3459"/>
            <a:ext cx="648652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88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АККА | </a:t>
            </a:r>
            <a:r>
              <a:rPr lang="de-DE" sz="3600" b="1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ActorSystem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9A9969-1AB7-9D16-43E6-44F4182DB06C}"/>
              </a:ext>
            </a:extLst>
          </p:cNvPr>
          <p:cNvSpPr txBox="1"/>
          <p:nvPr/>
        </p:nvSpPr>
        <p:spPr>
          <a:xfrm>
            <a:off x="155195" y="1316736"/>
            <a:ext cx="113576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каждый</a:t>
            </a:r>
            <a:r>
              <a:rPr lang="de-DE" dirty="0"/>
              <a:t> </a:t>
            </a:r>
            <a:r>
              <a:rPr lang="de-DE" dirty="0" err="1"/>
              <a:t>актор</a:t>
            </a:r>
            <a:r>
              <a:rPr lang="de-DE" dirty="0"/>
              <a:t> </a:t>
            </a:r>
            <a:r>
              <a:rPr lang="de-DE" dirty="0" err="1"/>
              <a:t>это</a:t>
            </a:r>
            <a:r>
              <a:rPr lang="de-DE" dirty="0"/>
              <a:t> </a:t>
            </a:r>
            <a:r>
              <a:rPr lang="de-DE" dirty="0" err="1"/>
              <a:t>функция</a:t>
            </a:r>
            <a:r>
              <a:rPr lang="de-DE" dirty="0"/>
              <a:t> </a:t>
            </a:r>
            <a:r>
              <a:rPr lang="de-DE" dirty="0" err="1"/>
              <a:t>из</a:t>
            </a:r>
            <a:r>
              <a:rPr lang="de-DE" dirty="0"/>
              <a:t> </a:t>
            </a:r>
            <a:r>
              <a:rPr lang="de-DE" dirty="0" err="1"/>
              <a:t>сооб</a:t>
            </a:r>
            <a:r>
              <a:rPr lang="ru-RU" dirty="0"/>
              <a:t>щ</a:t>
            </a:r>
            <a:r>
              <a:rPr lang="de-DE" dirty="0" err="1"/>
              <a:t>ени</a:t>
            </a:r>
            <a:r>
              <a:rPr lang="ru-RU" dirty="0"/>
              <a:t>я</a:t>
            </a:r>
            <a:r>
              <a:rPr lang="de-DE" dirty="0"/>
              <a:t> в </a:t>
            </a:r>
            <a:r>
              <a:rPr lang="de-DE" dirty="0" err="1"/>
              <a:t>поведение</a:t>
            </a:r>
            <a:r>
              <a:rPr lang="de-DE" dirty="0"/>
              <a:t>.</a:t>
            </a:r>
          </a:p>
          <a:p>
            <a:r>
              <a:rPr lang="de-DE" dirty="0"/>
              <a:t>с </a:t>
            </a:r>
            <a:r>
              <a:rPr lang="de-DE" dirty="0" err="1"/>
              <a:t>каждым</a:t>
            </a:r>
            <a:r>
              <a:rPr lang="de-DE" dirty="0"/>
              <a:t> </a:t>
            </a:r>
            <a:r>
              <a:rPr lang="de-DE" dirty="0" err="1"/>
              <a:t>актором</a:t>
            </a:r>
            <a:r>
              <a:rPr lang="de-DE" dirty="0"/>
              <a:t> </a:t>
            </a:r>
            <a:r>
              <a:rPr lang="de-DE" dirty="0" err="1"/>
              <a:t>связан</a:t>
            </a:r>
            <a:r>
              <a:rPr lang="de-DE" dirty="0"/>
              <a:t> </a:t>
            </a:r>
            <a:r>
              <a:rPr lang="de-DE" dirty="0" err="1"/>
              <a:t>адрес</a:t>
            </a:r>
            <a:r>
              <a:rPr lang="de-DE" dirty="0"/>
              <a:t>, </a:t>
            </a:r>
            <a:r>
              <a:rPr lang="de-DE" dirty="0" err="1"/>
              <a:t>набор</a:t>
            </a:r>
            <a:r>
              <a:rPr lang="de-DE" dirty="0"/>
              <a:t> </a:t>
            </a:r>
            <a:r>
              <a:rPr lang="de-DE" dirty="0" err="1"/>
              <a:t>обрабатываемых</a:t>
            </a:r>
            <a:r>
              <a:rPr lang="de-DE" dirty="0"/>
              <a:t> </a:t>
            </a:r>
            <a:r>
              <a:rPr lang="de-DE" dirty="0" err="1"/>
              <a:t>сообщений</a:t>
            </a:r>
            <a:r>
              <a:rPr lang="de-DE" dirty="0"/>
              <a:t> - </a:t>
            </a:r>
            <a:r>
              <a:rPr lang="de-DE" dirty="0" err="1"/>
              <a:t>протокол</a:t>
            </a:r>
            <a:endParaRPr lang="de-DE" dirty="0"/>
          </a:p>
          <a:p>
            <a:r>
              <a:rPr lang="de-DE" dirty="0"/>
              <a:t>у </a:t>
            </a:r>
            <a:r>
              <a:rPr lang="de-DE" dirty="0" err="1"/>
              <a:t>актора</a:t>
            </a:r>
            <a:r>
              <a:rPr lang="de-DE" dirty="0"/>
              <a:t> </a:t>
            </a:r>
            <a:r>
              <a:rPr lang="de-DE" dirty="0" err="1"/>
              <a:t>есть</a:t>
            </a:r>
            <a:r>
              <a:rPr lang="de-DE" dirty="0"/>
              <a:t> </a:t>
            </a:r>
            <a:r>
              <a:rPr lang="de-DE" dirty="0" err="1"/>
              <a:t>поведение</a:t>
            </a:r>
            <a:r>
              <a:rPr lang="de-DE" dirty="0"/>
              <a:t> - </a:t>
            </a:r>
            <a:r>
              <a:rPr lang="de-DE" dirty="0" err="1"/>
              <a:t>то</a:t>
            </a:r>
            <a:r>
              <a:rPr lang="de-DE" dirty="0"/>
              <a:t> </a:t>
            </a:r>
            <a:r>
              <a:rPr lang="de-DE" dirty="0" err="1"/>
              <a:t>что</a:t>
            </a:r>
            <a:r>
              <a:rPr lang="de-DE" dirty="0"/>
              <a:t> </a:t>
            </a:r>
            <a:r>
              <a:rPr lang="de-DE" dirty="0" err="1"/>
              <a:t>актор</a:t>
            </a:r>
            <a:r>
              <a:rPr lang="de-DE" dirty="0"/>
              <a:t> </a:t>
            </a:r>
            <a:r>
              <a:rPr lang="de-DE" dirty="0" err="1"/>
              <a:t>делает</a:t>
            </a:r>
            <a:r>
              <a:rPr lang="de-DE" dirty="0"/>
              <a:t> в </a:t>
            </a:r>
            <a:r>
              <a:rPr lang="de-DE" dirty="0" err="1"/>
              <a:t>ответ</a:t>
            </a:r>
            <a:r>
              <a:rPr lang="de-DE" dirty="0"/>
              <a:t> </a:t>
            </a:r>
            <a:r>
              <a:rPr lang="de-DE" dirty="0" err="1"/>
              <a:t>на</a:t>
            </a:r>
            <a:r>
              <a:rPr lang="de-DE" dirty="0"/>
              <a:t> </a:t>
            </a:r>
            <a:r>
              <a:rPr lang="de-DE" dirty="0" err="1"/>
              <a:t>сообщение</a:t>
            </a:r>
            <a:r>
              <a:rPr lang="de-DE" dirty="0"/>
              <a:t>, </a:t>
            </a:r>
            <a:r>
              <a:rPr lang="de-DE" dirty="0" err="1"/>
              <a:t>поведение</a:t>
            </a:r>
            <a:r>
              <a:rPr lang="de-DE" dirty="0"/>
              <a:t> </a:t>
            </a:r>
            <a:r>
              <a:rPr lang="de-DE" dirty="0" err="1"/>
              <a:t>может</a:t>
            </a:r>
            <a:r>
              <a:rPr lang="de-DE" dirty="0"/>
              <a:t> </a:t>
            </a:r>
            <a:r>
              <a:rPr lang="de-DE" dirty="0" err="1"/>
              <a:t>меняться</a:t>
            </a:r>
            <a:endParaRPr lang="de-DE" dirty="0"/>
          </a:p>
          <a:p>
            <a:r>
              <a:rPr lang="de-DE" dirty="0"/>
              <a:t>у </a:t>
            </a:r>
            <a:r>
              <a:rPr lang="de-DE" dirty="0" err="1"/>
              <a:t>актора</a:t>
            </a:r>
            <a:r>
              <a:rPr lang="de-DE" dirty="0"/>
              <a:t> </a:t>
            </a:r>
            <a:r>
              <a:rPr lang="de-DE" dirty="0" err="1"/>
              <a:t>может</a:t>
            </a:r>
            <a:r>
              <a:rPr lang="de-DE" dirty="0"/>
              <a:t> </a:t>
            </a:r>
            <a:r>
              <a:rPr lang="de-DE" dirty="0" err="1"/>
              <a:t>быть</a:t>
            </a:r>
            <a:r>
              <a:rPr lang="de-DE" dirty="0"/>
              <a:t> </a:t>
            </a:r>
            <a:r>
              <a:rPr lang="de-DE" dirty="0" err="1"/>
              <a:t>состояние</a:t>
            </a:r>
            <a:r>
              <a:rPr lang="de-DE" dirty="0"/>
              <a:t>, </a:t>
            </a:r>
            <a:r>
              <a:rPr lang="de-DE" dirty="0" err="1"/>
              <a:t>изменяется</a:t>
            </a:r>
            <a:r>
              <a:rPr lang="de-DE" dirty="0"/>
              <a:t> </a:t>
            </a:r>
            <a:r>
              <a:rPr lang="de-DE" dirty="0" err="1"/>
              <a:t>как</a:t>
            </a:r>
            <a:r>
              <a:rPr lang="de-DE" dirty="0"/>
              <a:t> </a:t>
            </a:r>
            <a:r>
              <a:rPr lang="de-DE" dirty="0" err="1"/>
              <a:t>реакция</a:t>
            </a:r>
            <a:r>
              <a:rPr lang="de-DE" dirty="0"/>
              <a:t> </a:t>
            </a:r>
            <a:r>
              <a:rPr lang="de-DE" dirty="0" err="1"/>
              <a:t>на</a:t>
            </a:r>
            <a:r>
              <a:rPr lang="de-DE" dirty="0"/>
              <a:t> </a:t>
            </a:r>
            <a:r>
              <a:rPr lang="de-DE" dirty="0" err="1"/>
              <a:t>сообщентя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жи</a:t>
            </a:r>
            <a:r>
              <a:rPr lang="ru-RU" dirty="0"/>
              <a:t>з</a:t>
            </a:r>
            <a:r>
              <a:rPr lang="de-DE" dirty="0" err="1"/>
              <a:t>ненный</a:t>
            </a:r>
            <a:r>
              <a:rPr lang="de-DE" dirty="0"/>
              <a:t> </a:t>
            </a:r>
            <a:r>
              <a:rPr lang="de-DE" dirty="0" err="1"/>
              <a:t>цикл</a:t>
            </a:r>
            <a:endParaRPr lang="de-DE" dirty="0"/>
          </a:p>
          <a:p>
            <a:r>
              <a:rPr lang="de-DE" dirty="0"/>
              <a:t>1. </a:t>
            </a:r>
            <a:r>
              <a:rPr lang="de-DE" dirty="0" err="1"/>
              <a:t>актор</a:t>
            </a:r>
            <a:r>
              <a:rPr lang="de-DE" dirty="0"/>
              <a:t> </a:t>
            </a:r>
            <a:r>
              <a:rPr lang="de-DE" dirty="0" err="1"/>
              <a:t>стартует</a:t>
            </a:r>
            <a:endParaRPr lang="de-DE" dirty="0"/>
          </a:p>
          <a:p>
            <a:r>
              <a:rPr lang="de-DE" dirty="0"/>
              <a:t>2. </a:t>
            </a:r>
            <a:r>
              <a:rPr lang="de-DE" dirty="0" err="1"/>
              <a:t>престарт</a:t>
            </a:r>
            <a:r>
              <a:rPr lang="de-DE" dirty="0"/>
              <a:t> </a:t>
            </a:r>
            <a:r>
              <a:rPr lang="de-DE" dirty="0" err="1"/>
              <a:t>стадия</a:t>
            </a:r>
            <a:r>
              <a:rPr lang="de-DE" dirty="0"/>
              <a:t> (</a:t>
            </a:r>
            <a:r>
              <a:rPr lang="de-DE" dirty="0" err="1"/>
              <a:t>подготовка</a:t>
            </a:r>
            <a:r>
              <a:rPr lang="de-DE" dirty="0"/>
              <a:t>, </a:t>
            </a:r>
            <a:r>
              <a:rPr lang="de-DE" dirty="0" err="1"/>
              <a:t>иниициализация</a:t>
            </a:r>
            <a:r>
              <a:rPr lang="de-DE" dirty="0"/>
              <a:t>)</a:t>
            </a:r>
          </a:p>
          <a:p>
            <a:r>
              <a:rPr lang="de-DE" dirty="0"/>
              <a:t>3. </a:t>
            </a:r>
            <a:r>
              <a:rPr lang="de-DE" dirty="0" err="1"/>
              <a:t>запущен</a:t>
            </a:r>
            <a:r>
              <a:rPr lang="de-DE" dirty="0"/>
              <a:t> </a:t>
            </a:r>
            <a:r>
              <a:rPr lang="de-DE" dirty="0" err="1"/>
              <a:t>работает</a:t>
            </a:r>
            <a:r>
              <a:rPr lang="de-DE" dirty="0"/>
              <a:t>.</a:t>
            </a:r>
          </a:p>
          <a:p>
            <a:r>
              <a:rPr lang="de-DE" dirty="0"/>
              <a:t>4. </a:t>
            </a:r>
            <a:r>
              <a:rPr lang="de-DE" dirty="0" err="1"/>
              <a:t>остановка</a:t>
            </a:r>
            <a:endParaRPr lang="de-DE" dirty="0"/>
          </a:p>
          <a:p>
            <a:r>
              <a:rPr lang="de-DE" dirty="0"/>
              <a:t>5. </a:t>
            </a:r>
            <a:r>
              <a:rPr lang="de-DE" dirty="0" err="1"/>
              <a:t>пост</a:t>
            </a:r>
            <a:r>
              <a:rPr lang="de-DE" dirty="0"/>
              <a:t> </a:t>
            </a:r>
            <a:r>
              <a:rPr lang="de-DE" dirty="0" err="1"/>
              <a:t>стоп-фаза</a:t>
            </a:r>
            <a:r>
              <a:rPr lang="de-DE" dirty="0"/>
              <a:t>(</a:t>
            </a:r>
            <a:r>
              <a:rPr lang="de-DE" dirty="0" err="1"/>
              <a:t>очистка</a:t>
            </a:r>
            <a:r>
              <a:rPr lang="de-DE" dirty="0"/>
              <a:t>)</a:t>
            </a:r>
            <a:endParaRPr lang="ru-RU" dirty="0"/>
          </a:p>
          <a:p>
            <a:r>
              <a:rPr lang="ru-RU" dirty="0"/>
              <a:t>6. Рестарт (как реакция на </a:t>
            </a:r>
            <a:r>
              <a:rPr lang="ru-RU"/>
              <a:t>внутренние исключения)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99599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АККА | Создание </a:t>
            </a:r>
            <a:r>
              <a:rPr lang="ru-RU" sz="3600" b="1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акторов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3EDC13-3CE9-5C70-8DCF-1948DB1FE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6677"/>
            <a:ext cx="60198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5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АККА | </a:t>
            </a:r>
            <a:r>
              <a:rPr lang="de-DE" sz="3600" b="1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ActorContext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3BA741-BFF6-F065-C154-D1092ADFE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5847"/>
            <a:ext cx="7010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097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АККА | Типы коммуникаций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A10E48-F2B0-0710-29C7-62C303FA1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9" y="1238031"/>
            <a:ext cx="618172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23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АККА | Типы коммуникаций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32382A-7FBB-6150-A716-3F67E2FC0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12" y="1316736"/>
            <a:ext cx="941070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23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АККА | Типы коммуникаций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141BD9-CA03-1EF0-52A6-15907BAC3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9805"/>
            <a:ext cx="1135380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39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АККА | Типы коммуникаций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20A0B8-4AF3-41E2-31AB-98D43374C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66" y="1316736"/>
            <a:ext cx="11496675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055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АККА | Гарантии доставки сообщений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721597-6E95-D8A1-9009-83BA1244D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4" y="1216534"/>
            <a:ext cx="39338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14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АККА | Гарантии доставки сообщений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81AB1D-CB6C-C83E-F6E4-BA7AC190D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9172"/>
            <a:ext cx="1141095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072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5BF852-A7D3-452B-87C3-17ADAC8FE62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3620A9-4D33-447A-AD2D-AA885DE92457}"/>
              </a:ext>
            </a:extLst>
          </p:cNvPr>
          <p:cNvSpPr txBox="1"/>
          <p:nvPr/>
        </p:nvSpPr>
        <p:spPr>
          <a:xfrm>
            <a:off x="2704842" y="2822745"/>
            <a:ext cx="61584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4000" b="1" i="0" u="none" strike="noStrike" baseline="0" dirty="0">
                <a:solidFill>
                  <a:srgbClr val="FFFFFF"/>
                </a:solidFill>
                <a:latin typeface="Roboto-Bold"/>
              </a:rPr>
              <a:t>LIVE</a:t>
            </a:r>
            <a:endParaRPr lang="de-DE" sz="4000" dirty="0"/>
          </a:p>
        </p:txBody>
      </p:sp>
    </p:spTree>
    <p:extLst>
      <p:ext uri="{BB962C8B-B14F-4D97-AF65-F5344CB8AC3E}">
        <p14:creationId xmlns:p14="http://schemas.microsoft.com/office/powerpoint/2010/main" val="3477851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E65FB4-92A1-4E50-A4C2-787E4A39C9B4}"/>
              </a:ext>
            </a:extLst>
          </p:cNvPr>
          <p:cNvSpPr txBox="1"/>
          <p:nvPr/>
        </p:nvSpPr>
        <p:spPr>
          <a:xfrm>
            <a:off x="3669576" y="2680132"/>
            <a:ext cx="6158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i="0" u="none" strike="noStrike" baseline="0" dirty="0">
                <a:solidFill>
                  <a:srgbClr val="FFFFFF"/>
                </a:solidFill>
                <a:latin typeface="Roboto-Bold"/>
              </a:rPr>
              <a:t>Коллекции</a:t>
            </a:r>
            <a:endParaRPr lang="de-DE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E874E-9323-41AF-9A06-403CAD1200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F072D9-5DAD-4B61-A7DE-A069CBF284A9}"/>
              </a:ext>
            </a:extLst>
          </p:cNvPr>
          <p:cNvSpPr/>
          <p:nvPr/>
        </p:nvSpPr>
        <p:spPr>
          <a:xfrm>
            <a:off x="353186" y="319786"/>
            <a:ext cx="6282505" cy="6223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AEABE-5C3A-CC9C-3EC8-FBD96A680B7B}"/>
              </a:ext>
            </a:extLst>
          </p:cNvPr>
          <p:cNvSpPr/>
          <p:nvPr/>
        </p:nvSpPr>
        <p:spPr>
          <a:xfrm>
            <a:off x="269494" y="302133"/>
            <a:ext cx="11357647" cy="71247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Итоги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2228F8-DACA-6128-584A-2E3ECB8B1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6736"/>
            <a:ext cx="1090612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114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6B7960-CDC6-4813-884B-081BD3F8ABEB}"/>
              </a:ext>
            </a:extLst>
          </p:cNvPr>
          <p:cNvSpPr txBox="1"/>
          <p:nvPr/>
        </p:nvSpPr>
        <p:spPr>
          <a:xfrm>
            <a:off x="2457974" y="2680132"/>
            <a:ext cx="73700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i="0" u="none" strike="noStrike" baseline="0" dirty="0">
                <a:solidFill>
                  <a:srgbClr val="FFFFFF"/>
                </a:solidFill>
                <a:latin typeface="Roboto-Bold"/>
              </a:rPr>
              <a:t>TEST</a:t>
            </a:r>
            <a:endParaRPr lang="de-DE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DA439-0B49-4509-9B3F-EDD46F5CDF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00E857-0CE3-4E4E-9C80-EEC13EA825F6}"/>
              </a:ext>
            </a:extLst>
          </p:cNvPr>
          <p:cNvSpPr txBox="1"/>
          <p:nvPr/>
        </p:nvSpPr>
        <p:spPr>
          <a:xfrm>
            <a:off x="180975" y="320159"/>
            <a:ext cx="609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300" b="1" i="0" u="none" strike="noStrike" baseline="0" dirty="0">
                <a:solidFill>
                  <a:srgbClr val="FFFFFF"/>
                </a:solidFill>
                <a:latin typeface="+mj-lt"/>
              </a:rPr>
              <a:t>Рефлексия</a:t>
            </a:r>
            <a:endParaRPr lang="de-DE" sz="3300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ADDA28-82B4-4057-9E80-A83138893EA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43574" y="2514600"/>
            <a:ext cx="914400" cy="9144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4F42D26-0563-4C83-88FB-8174C2C5F103}"/>
              </a:ext>
            </a:extLst>
          </p:cNvPr>
          <p:cNvSpPr/>
          <p:nvPr/>
        </p:nvSpPr>
        <p:spPr>
          <a:xfrm>
            <a:off x="1807099" y="3879451"/>
            <a:ext cx="650875" cy="135128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de-DE" sz="8000" dirty="0">
                <a:solidFill>
                  <a:srgbClr val="40CDD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?</a:t>
            </a:r>
            <a:endParaRPr lang="de-DE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654735-3E0C-4D26-AFE4-B376EE3B90F2}"/>
              </a:ext>
            </a:extLst>
          </p:cNvPr>
          <p:cNvSpPr/>
          <p:nvPr/>
        </p:nvSpPr>
        <p:spPr>
          <a:xfrm>
            <a:off x="2623185" y="2800985"/>
            <a:ext cx="6431280" cy="47498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Что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нового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узнали?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Напиши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чат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4060B1-D52B-4F44-8DE0-9A4E26E04772}"/>
              </a:ext>
            </a:extLst>
          </p:cNvPr>
          <p:cNvSpPr/>
          <p:nvPr/>
        </p:nvSpPr>
        <p:spPr>
          <a:xfrm>
            <a:off x="2623185" y="4317601"/>
            <a:ext cx="6136640" cy="47498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Достигли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ли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вы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цели</a:t>
            </a:r>
            <a:r>
              <a:rPr lang="ru-RU" sz="2400" spc="5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 sz="2400">
                <a:solidFill>
                  <a:srgbClr val="3F3F3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вебинара?</a:t>
            </a:r>
            <a:endParaRPr lang="de-DE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042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8841FB1-092D-4A22-AE89-44891BA1E0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1D00D7-4D41-4074-8139-3FBFECB3C9B3}"/>
              </a:ext>
            </a:extLst>
          </p:cNvPr>
          <p:cNvSpPr txBox="1"/>
          <p:nvPr/>
        </p:nvSpPr>
        <p:spPr>
          <a:xfrm>
            <a:off x="2862263" y="2110472"/>
            <a:ext cx="6162674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500" b="0" i="0" u="none" strike="noStrike" baseline="0" dirty="0">
                <a:solidFill>
                  <a:srgbClr val="FFFFFF"/>
                </a:solidFill>
              </a:rPr>
              <a:t>Заполните, пожалуйста,</a:t>
            </a:r>
          </a:p>
          <a:p>
            <a:pPr algn="ctr"/>
            <a:r>
              <a:rPr lang="ru-RU" sz="4500" b="0" i="0" u="none" strike="noStrike" baseline="0" dirty="0">
                <a:solidFill>
                  <a:srgbClr val="FFFFFF"/>
                </a:solidFill>
              </a:rPr>
              <a:t>опрос о занятии по ссылке в чате</a:t>
            </a:r>
            <a:endParaRPr lang="de-DE" sz="4500" dirty="0"/>
          </a:p>
        </p:txBody>
      </p:sp>
    </p:spTree>
    <p:extLst>
      <p:ext uri="{BB962C8B-B14F-4D97-AF65-F5344CB8AC3E}">
        <p14:creationId xmlns:p14="http://schemas.microsoft.com/office/powerpoint/2010/main" val="29854716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8841FB1-092D-4A22-AE89-44891BA1E0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1D00D7-4D41-4074-8139-3FBFECB3C9B3}"/>
              </a:ext>
            </a:extLst>
          </p:cNvPr>
          <p:cNvSpPr txBox="1"/>
          <p:nvPr/>
        </p:nvSpPr>
        <p:spPr>
          <a:xfrm>
            <a:off x="1085851" y="2388364"/>
            <a:ext cx="105060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500" b="0" i="0" u="none" strike="noStrike" baseline="0" dirty="0">
                <a:solidFill>
                  <a:srgbClr val="FFFFFF"/>
                </a:solidFill>
                <a:latin typeface="Roboto-Regular"/>
              </a:rPr>
              <a:t>Спасибо за внимание!</a:t>
            </a:r>
          </a:p>
          <a:p>
            <a:pPr algn="ctr"/>
            <a:r>
              <a:rPr lang="ru-RU" sz="4500" b="0" i="0" u="none" strike="noStrike" baseline="0" dirty="0">
                <a:solidFill>
                  <a:srgbClr val="FFFFFF"/>
                </a:solidFill>
                <a:latin typeface="Roboto-Regular"/>
              </a:rPr>
              <a:t>Приходите на следующие вебинары</a:t>
            </a:r>
            <a:endParaRPr lang="de-DE" sz="4500" dirty="0"/>
          </a:p>
        </p:txBody>
      </p:sp>
    </p:spTree>
    <p:extLst>
      <p:ext uri="{BB962C8B-B14F-4D97-AF65-F5344CB8AC3E}">
        <p14:creationId xmlns:p14="http://schemas.microsoft.com/office/powerpoint/2010/main" val="2821066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B0BC2E649F2C44482282C59DDDA9454" ma:contentTypeVersion="2" ma:contentTypeDescription="Ein neues Dokument erstellen." ma:contentTypeScope="" ma:versionID="c70ddfe4c3bc23b62021c1070b587bf9">
  <xsd:schema xmlns:xsd="http://www.w3.org/2001/XMLSchema" xmlns:xs="http://www.w3.org/2001/XMLSchema" xmlns:p="http://schemas.microsoft.com/office/2006/metadata/properties" xmlns:ns3="0cb1349b-4159-4f35-a4f5-859a8aff3356" targetNamespace="http://schemas.microsoft.com/office/2006/metadata/properties" ma:root="true" ma:fieldsID="32bfd9579da61a84111083067ffc1aff" ns3:_="">
    <xsd:import namespace="0cb1349b-4159-4f35-a4f5-859a8aff335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1349b-4159-4f35-a4f5-859a8aff3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77DC07-AB80-44E7-8F99-2857C86B4F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F815F8-B163-4C9D-A583-6FF696F94C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b1349b-4159-4f35-a4f5-859a8aff33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F27544-B1F8-4D62-AF60-FCECDE9FE739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cb1349b-4159-4f35-a4f5-859a8aff335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Widescreen</PresentationFormat>
  <Paragraphs>89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Comic Sans MS</vt:lpstr>
      <vt:lpstr>Roboto-Bold</vt:lpstr>
      <vt:lpstr>Roboto-Regular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Shilin, Valentin</dc:creator>
  <cp:lastModifiedBy>Valentin Shilin</cp:lastModifiedBy>
  <cp:revision>129</cp:revision>
  <dcterms:created xsi:type="dcterms:W3CDTF">2022-07-14T07:54:11Z</dcterms:created>
  <dcterms:modified xsi:type="dcterms:W3CDTF">2023-03-25T20:04:52Z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0x0101005B0BC2E649F2C44482282C59DDDA9454</vt:lpwstr>
  </property>
</Properties>
</file>